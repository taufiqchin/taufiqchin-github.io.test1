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6" r:id="rId21"/>
    <p:sldId id="277" r:id="rId22"/>
    <p:sldId id="283" r:id="rId23"/>
    <p:sldId id="278" r:id="rId24"/>
    <p:sldId id="279" r:id="rId25"/>
    <p:sldId id="280" r:id="rId26"/>
    <p:sldId id="281" r:id="rId27"/>
    <p:sldId id="282" r:id="rId2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2" roundtripDataSignature="AMtx7mj73O+VgZ7EMZ4F8romBL0L2cE33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8" d="100"/>
          <a:sy n="58" d="100"/>
        </p:scale>
        <p:origin x="78" y="10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 name="Google Shape;10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 name="Google Shape;14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 name="Google Shape;17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7" name="Google Shape;197;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8" name="Google Shape;198;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2" name="Google Shape;23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4" name="Google Shape;254;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2" name="Google Shape;262;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9" name="Google Shape;269;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9" name="Google Shape;279;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0" name="Google Shape;290;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2" name="Google Shape;302;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5" name="Google Shape;315;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2" name="Google Shape;33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0" name="Google Shape;340;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a:extLst>
            <a:ext uri="{FF2B5EF4-FFF2-40B4-BE49-F238E27FC236}">
              <a16:creationId xmlns:a16="http://schemas.microsoft.com/office/drawing/2014/main" id="{9D820373-EFD4-26E7-900D-A5A552BC32DB}"/>
            </a:ext>
          </a:extLst>
        </p:cNvPr>
        <p:cNvGrpSpPr/>
        <p:nvPr/>
      </p:nvGrpSpPr>
      <p:grpSpPr>
        <a:xfrm>
          <a:off x="0" y="0"/>
          <a:ext cx="0" cy="0"/>
          <a:chOff x="0" y="0"/>
          <a:chExt cx="0" cy="0"/>
        </a:xfrm>
      </p:grpSpPr>
      <p:sp>
        <p:nvSpPr>
          <p:cNvPr id="339" name="Google Shape;339;p22:notes">
            <a:extLst>
              <a:ext uri="{FF2B5EF4-FFF2-40B4-BE49-F238E27FC236}">
                <a16:creationId xmlns:a16="http://schemas.microsoft.com/office/drawing/2014/main" id="{0D6EE95E-0D33-EE25-C858-21D7234947C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0" name="Google Shape;340;p22:notes">
            <a:extLst>
              <a:ext uri="{FF2B5EF4-FFF2-40B4-BE49-F238E27FC236}">
                <a16:creationId xmlns:a16="http://schemas.microsoft.com/office/drawing/2014/main" id="{AA10BF49-17F5-94A5-CEDA-620881996C2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04133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1" name="Google Shape;351;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7" name="Google Shape;357;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5" name="Google Shape;36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2" name="Google Shape;372;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9" name="Google Shape;379;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4"/>
        <p:cNvGrpSpPr/>
        <p:nvPr/>
      </p:nvGrpSpPr>
      <p:grpSpPr>
        <a:xfrm>
          <a:off x="0" y="0"/>
          <a:ext cx="0" cy="0"/>
          <a:chOff x="0" y="0"/>
          <a:chExt cx="0" cy="0"/>
        </a:xfrm>
      </p:grpSpPr>
      <p:sp>
        <p:nvSpPr>
          <p:cNvPr id="15" name="Google Shape;15;p2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2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Calibri"/>
              <a:buNone/>
              <a:defRPr b="1">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24" name="Google Shape;24;p30" descr="Image result for iium logo"/>
          <p:cNvPicPr preferRelativeResize="0"/>
          <p:nvPr/>
        </p:nvPicPr>
        <p:blipFill rotWithShape="1">
          <a:blip r:embed="rId2">
            <a:alphaModFix/>
          </a:blip>
          <a:srcRect/>
          <a:stretch/>
        </p:blipFill>
        <p:spPr>
          <a:xfrm>
            <a:off x="640081" y="5929408"/>
            <a:ext cx="750358" cy="750358"/>
          </a:xfrm>
          <a:prstGeom prst="rect">
            <a:avLst/>
          </a:prstGeom>
          <a:noFill/>
          <a:ln>
            <a:noFill/>
          </a:ln>
        </p:spPr>
      </p:pic>
      <p:pic>
        <p:nvPicPr>
          <p:cNvPr id="25" name="Google Shape;25;p30" descr="Corporate Identity &amp; Resources"/>
          <p:cNvPicPr preferRelativeResize="0"/>
          <p:nvPr/>
        </p:nvPicPr>
        <p:blipFill rotWithShape="1">
          <a:blip r:embed="rId3">
            <a:alphaModFix/>
          </a:blip>
          <a:srcRect/>
          <a:stretch/>
        </p:blipFill>
        <p:spPr>
          <a:xfrm>
            <a:off x="1561725" y="6194023"/>
            <a:ext cx="3241764" cy="44321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26"/>
        <p:cNvGrpSpPr/>
        <p:nvPr/>
      </p:nvGrpSpPr>
      <p:grpSpPr>
        <a:xfrm>
          <a:off x="0" y="0"/>
          <a:ext cx="0" cy="0"/>
          <a:chOff x="0" y="0"/>
          <a:chExt cx="0" cy="0"/>
        </a:xfrm>
      </p:grpSpPr>
      <p:sp>
        <p:nvSpPr>
          <p:cNvPr id="27" name="Google Shape;27;p3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3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9" name="Google Shape;29;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31" name="Google Shape;31;p31" descr="Image result for iium logo"/>
          <p:cNvPicPr preferRelativeResize="0"/>
          <p:nvPr/>
        </p:nvPicPr>
        <p:blipFill rotWithShape="1">
          <a:blip r:embed="rId2">
            <a:alphaModFix/>
          </a:blip>
          <a:srcRect/>
          <a:stretch/>
        </p:blipFill>
        <p:spPr>
          <a:xfrm>
            <a:off x="640081" y="5929408"/>
            <a:ext cx="750358" cy="750358"/>
          </a:xfrm>
          <a:prstGeom prst="rect">
            <a:avLst/>
          </a:prstGeom>
          <a:noFill/>
          <a:ln>
            <a:noFill/>
          </a:ln>
        </p:spPr>
      </p:pic>
      <p:pic>
        <p:nvPicPr>
          <p:cNvPr id="32" name="Google Shape;32;p31" descr="Corporate Identity &amp; Resources"/>
          <p:cNvPicPr preferRelativeResize="0"/>
          <p:nvPr/>
        </p:nvPicPr>
        <p:blipFill rotWithShape="1">
          <a:blip r:embed="rId3">
            <a:alphaModFix/>
          </a:blip>
          <a:srcRect/>
          <a:stretch/>
        </p:blipFill>
        <p:spPr>
          <a:xfrm>
            <a:off x="1561725" y="6194023"/>
            <a:ext cx="3241764" cy="44321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3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3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6" name="Google Shape;36;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38" name="Google Shape;38;p32" descr="Image result for iium logo"/>
          <p:cNvPicPr preferRelativeResize="0"/>
          <p:nvPr/>
        </p:nvPicPr>
        <p:blipFill rotWithShape="1">
          <a:blip r:embed="rId2">
            <a:alphaModFix/>
          </a:blip>
          <a:srcRect/>
          <a:stretch/>
        </p:blipFill>
        <p:spPr>
          <a:xfrm>
            <a:off x="640081" y="5929408"/>
            <a:ext cx="750358" cy="750358"/>
          </a:xfrm>
          <a:prstGeom prst="rect">
            <a:avLst/>
          </a:prstGeom>
          <a:noFill/>
          <a:ln>
            <a:noFill/>
          </a:ln>
        </p:spPr>
      </p:pic>
      <p:pic>
        <p:nvPicPr>
          <p:cNvPr id="39" name="Google Shape;39;p32" descr="Corporate Identity &amp; Resources"/>
          <p:cNvPicPr preferRelativeResize="0"/>
          <p:nvPr/>
        </p:nvPicPr>
        <p:blipFill rotWithShape="1">
          <a:blip r:embed="rId3">
            <a:alphaModFix/>
          </a:blip>
          <a:srcRect/>
          <a:stretch/>
        </p:blipFill>
        <p:spPr>
          <a:xfrm>
            <a:off x="1561725" y="6194023"/>
            <a:ext cx="3241764" cy="44321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0"/>
        <p:cNvGrpSpPr/>
        <p:nvPr/>
      </p:nvGrpSpPr>
      <p:grpSpPr>
        <a:xfrm>
          <a:off x="0" y="0"/>
          <a:ext cx="0" cy="0"/>
          <a:chOff x="0" y="0"/>
          <a:chExt cx="0" cy="0"/>
        </a:xfrm>
      </p:grpSpPr>
      <p:sp>
        <p:nvSpPr>
          <p:cNvPr id="41" name="Google Shape;41;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3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3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46" name="Google Shape;46;p33" descr="Image result for iium logo"/>
          <p:cNvPicPr preferRelativeResize="0"/>
          <p:nvPr/>
        </p:nvPicPr>
        <p:blipFill rotWithShape="1">
          <a:blip r:embed="rId2">
            <a:alphaModFix/>
          </a:blip>
          <a:srcRect/>
          <a:stretch/>
        </p:blipFill>
        <p:spPr>
          <a:xfrm>
            <a:off x="640081" y="5929408"/>
            <a:ext cx="750358" cy="750358"/>
          </a:xfrm>
          <a:prstGeom prst="rect">
            <a:avLst/>
          </a:prstGeom>
          <a:noFill/>
          <a:ln>
            <a:noFill/>
          </a:ln>
        </p:spPr>
      </p:pic>
      <p:pic>
        <p:nvPicPr>
          <p:cNvPr id="47" name="Google Shape;47;p33" descr="Corporate Identity &amp; Resources"/>
          <p:cNvPicPr preferRelativeResize="0"/>
          <p:nvPr/>
        </p:nvPicPr>
        <p:blipFill rotWithShape="1">
          <a:blip r:embed="rId3">
            <a:alphaModFix/>
          </a:blip>
          <a:srcRect/>
          <a:stretch/>
        </p:blipFill>
        <p:spPr>
          <a:xfrm>
            <a:off x="1561725" y="6194023"/>
            <a:ext cx="3241764" cy="44321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8"/>
        <p:cNvGrpSpPr/>
        <p:nvPr/>
      </p:nvGrpSpPr>
      <p:grpSpPr>
        <a:xfrm>
          <a:off x="0" y="0"/>
          <a:ext cx="0" cy="0"/>
          <a:chOff x="0" y="0"/>
          <a:chExt cx="0" cy="0"/>
        </a:xfrm>
      </p:grpSpPr>
      <p:sp>
        <p:nvSpPr>
          <p:cNvPr id="49" name="Google Shape;49;p34"/>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3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1" name="Google Shape;51;p3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3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3" name="Google Shape;53;p3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56" name="Google Shape;56;p34" descr="Image result for iium logo"/>
          <p:cNvPicPr preferRelativeResize="0"/>
          <p:nvPr/>
        </p:nvPicPr>
        <p:blipFill rotWithShape="1">
          <a:blip r:embed="rId2">
            <a:alphaModFix/>
          </a:blip>
          <a:srcRect/>
          <a:stretch/>
        </p:blipFill>
        <p:spPr>
          <a:xfrm>
            <a:off x="640081" y="5929408"/>
            <a:ext cx="750358" cy="750358"/>
          </a:xfrm>
          <a:prstGeom prst="rect">
            <a:avLst/>
          </a:prstGeom>
          <a:noFill/>
          <a:ln>
            <a:noFill/>
          </a:ln>
        </p:spPr>
      </p:pic>
      <p:pic>
        <p:nvPicPr>
          <p:cNvPr id="57" name="Google Shape;57;p34" descr="Corporate Identity &amp; Resources"/>
          <p:cNvPicPr preferRelativeResize="0"/>
          <p:nvPr/>
        </p:nvPicPr>
        <p:blipFill rotWithShape="1">
          <a:blip r:embed="rId3">
            <a:alphaModFix/>
          </a:blip>
          <a:srcRect/>
          <a:stretch/>
        </p:blipFill>
        <p:spPr>
          <a:xfrm>
            <a:off x="1561725" y="6194023"/>
            <a:ext cx="3241764" cy="44321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8"/>
        <p:cNvGrpSpPr/>
        <p:nvPr/>
      </p:nvGrpSpPr>
      <p:grpSpPr>
        <a:xfrm>
          <a:off x="0" y="0"/>
          <a:ext cx="0" cy="0"/>
          <a:chOff x="0" y="0"/>
          <a:chExt cx="0" cy="0"/>
        </a:xfrm>
      </p:grpSpPr>
      <p:sp>
        <p:nvSpPr>
          <p:cNvPr id="59" name="Google Shape;59;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62" name="Google Shape;62;p35" descr="Image result for iium logo"/>
          <p:cNvPicPr preferRelativeResize="0"/>
          <p:nvPr/>
        </p:nvPicPr>
        <p:blipFill rotWithShape="1">
          <a:blip r:embed="rId2">
            <a:alphaModFix/>
          </a:blip>
          <a:srcRect/>
          <a:stretch/>
        </p:blipFill>
        <p:spPr>
          <a:xfrm>
            <a:off x="640081" y="5929408"/>
            <a:ext cx="750358" cy="750358"/>
          </a:xfrm>
          <a:prstGeom prst="rect">
            <a:avLst/>
          </a:prstGeom>
          <a:noFill/>
          <a:ln>
            <a:noFill/>
          </a:ln>
        </p:spPr>
      </p:pic>
      <p:pic>
        <p:nvPicPr>
          <p:cNvPr id="63" name="Google Shape;63;p35" descr="Corporate Identity &amp; Resources"/>
          <p:cNvPicPr preferRelativeResize="0"/>
          <p:nvPr/>
        </p:nvPicPr>
        <p:blipFill rotWithShape="1">
          <a:blip r:embed="rId3">
            <a:alphaModFix/>
          </a:blip>
          <a:srcRect/>
          <a:stretch/>
        </p:blipFill>
        <p:spPr>
          <a:xfrm>
            <a:off x="1561725" y="6194023"/>
            <a:ext cx="3241764" cy="44321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4"/>
        <p:cNvGrpSpPr/>
        <p:nvPr/>
      </p:nvGrpSpPr>
      <p:grpSpPr>
        <a:xfrm>
          <a:off x="0" y="0"/>
          <a:ext cx="0" cy="0"/>
          <a:chOff x="0" y="0"/>
          <a:chExt cx="0" cy="0"/>
        </a:xfrm>
      </p:grpSpPr>
      <p:sp>
        <p:nvSpPr>
          <p:cNvPr id="65" name="Google Shape;65;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67" name="Google Shape;67;p36" descr="Image result for iium logo"/>
          <p:cNvPicPr preferRelativeResize="0"/>
          <p:nvPr/>
        </p:nvPicPr>
        <p:blipFill rotWithShape="1">
          <a:blip r:embed="rId2">
            <a:alphaModFix/>
          </a:blip>
          <a:srcRect/>
          <a:stretch/>
        </p:blipFill>
        <p:spPr>
          <a:xfrm>
            <a:off x="640081" y="5929408"/>
            <a:ext cx="750358" cy="750358"/>
          </a:xfrm>
          <a:prstGeom prst="rect">
            <a:avLst/>
          </a:prstGeom>
          <a:noFill/>
          <a:ln>
            <a:noFill/>
          </a:ln>
        </p:spPr>
      </p:pic>
      <p:pic>
        <p:nvPicPr>
          <p:cNvPr id="68" name="Google Shape;68;p36" descr="Corporate Identity &amp; Resources"/>
          <p:cNvPicPr preferRelativeResize="0"/>
          <p:nvPr/>
        </p:nvPicPr>
        <p:blipFill rotWithShape="1">
          <a:blip r:embed="rId3">
            <a:alphaModFix/>
          </a:blip>
          <a:srcRect/>
          <a:stretch/>
        </p:blipFill>
        <p:spPr>
          <a:xfrm>
            <a:off x="1561725" y="6194023"/>
            <a:ext cx="3241764" cy="44321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9"/>
        <p:cNvGrpSpPr/>
        <p:nvPr/>
      </p:nvGrpSpPr>
      <p:grpSpPr>
        <a:xfrm>
          <a:off x="0" y="0"/>
          <a:ext cx="0" cy="0"/>
          <a:chOff x="0" y="0"/>
          <a:chExt cx="0" cy="0"/>
        </a:xfrm>
      </p:grpSpPr>
      <p:sp>
        <p:nvSpPr>
          <p:cNvPr id="70" name="Google Shape;70;p3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3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2" name="Google Shape;72;p3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3" name="Google Shape;73;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75" name="Google Shape;75;p37" descr="Image result for iium logo"/>
          <p:cNvPicPr preferRelativeResize="0"/>
          <p:nvPr/>
        </p:nvPicPr>
        <p:blipFill rotWithShape="1">
          <a:blip r:embed="rId2">
            <a:alphaModFix/>
          </a:blip>
          <a:srcRect/>
          <a:stretch/>
        </p:blipFill>
        <p:spPr>
          <a:xfrm>
            <a:off x="640081" y="5929408"/>
            <a:ext cx="750358" cy="750358"/>
          </a:xfrm>
          <a:prstGeom prst="rect">
            <a:avLst/>
          </a:prstGeom>
          <a:noFill/>
          <a:ln>
            <a:noFill/>
          </a:ln>
        </p:spPr>
      </p:pic>
      <p:pic>
        <p:nvPicPr>
          <p:cNvPr id="76" name="Google Shape;76;p37" descr="Corporate Identity &amp; Resources"/>
          <p:cNvPicPr preferRelativeResize="0"/>
          <p:nvPr/>
        </p:nvPicPr>
        <p:blipFill rotWithShape="1">
          <a:blip r:embed="rId3">
            <a:alphaModFix/>
          </a:blip>
          <a:srcRect/>
          <a:stretch/>
        </p:blipFill>
        <p:spPr>
          <a:xfrm>
            <a:off x="1561725" y="6194023"/>
            <a:ext cx="3241764" cy="44321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7"/>
        <p:cNvGrpSpPr/>
        <p:nvPr/>
      </p:nvGrpSpPr>
      <p:grpSpPr>
        <a:xfrm>
          <a:off x="0" y="0"/>
          <a:ext cx="0" cy="0"/>
          <a:chOff x="0" y="0"/>
          <a:chExt cx="0" cy="0"/>
        </a:xfrm>
      </p:grpSpPr>
      <p:sp>
        <p:nvSpPr>
          <p:cNvPr id="78" name="Google Shape;78;p3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38"/>
          <p:cNvSpPr>
            <a:spLocks noGrp="1"/>
          </p:cNvSpPr>
          <p:nvPr>
            <p:ph type="pic" idx="2"/>
          </p:nvPr>
        </p:nvSpPr>
        <p:spPr>
          <a:xfrm>
            <a:off x="5183188" y="987425"/>
            <a:ext cx="6172200" cy="4873625"/>
          </a:xfrm>
          <a:prstGeom prst="rect">
            <a:avLst/>
          </a:prstGeom>
          <a:noFill/>
          <a:ln>
            <a:noFill/>
          </a:ln>
        </p:spPr>
      </p:sp>
      <p:sp>
        <p:nvSpPr>
          <p:cNvPr id="80" name="Google Shape;80;p3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1" name="Google Shape;81;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83" name="Google Shape;83;p38" descr="Image result for iium logo"/>
          <p:cNvPicPr preferRelativeResize="0"/>
          <p:nvPr/>
        </p:nvPicPr>
        <p:blipFill rotWithShape="1">
          <a:blip r:embed="rId2">
            <a:alphaModFix/>
          </a:blip>
          <a:srcRect/>
          <a:stretch/>
        </p:blipFill>
        <p:spPr>
          <a:xfrm>
            <a:off x="640081" y="5929408"/>
            <a:ext cx="750358" cy="750358"/>
          </a:xfrm>
          <a:prstGeom prst="rect">
            <a:avLst/>
          </a:prstGeom>
          <a:noFill/>
          <a:ln>
            <a:noFill/>
          </a:ln>
        </p:spPr>
      </p:pic>
      <p:pic>
        <p:nvPicPr>
          <p:cNvPr id="84" name="Google Shape;84;p38" descr="Corporate Identity &amp; Resources"/>
          <p:cNvPicPr preferRelativeResize="0"/>
          <p:nvPr/>
        </p:nvPicPr>
        <p:blipFill rotWithShape="1">
          <a:blip r:embed="rId3">
            <a:alphaModFix/>
          </a:blip>
          <a:srcRect/>
          <a:stretch/>
        </p:blipFill>
        <p:spPr>
          <a:xfrm>
            <a:off x="1561725" y="6194023"/>
            <a:ext cx="3241764" cy="44321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5"/>
        <p:cNvGrpSpPr/>
        <p:nvPr/>
      </p:nvGrpSpPr>
      <p:grpSpPr>
        <a:xfrm>
          <a:off x="0" y="0"/>
          <a:ext cx="0" cy="0"/>
          <a:chOff x="0" y="0"/>
          <a:chExt cx="0" cy="0"/>
        </a:xfrm>
      </p:grpSpPr>
      <p:sp>
        <p:nvSpPr>
          <p:cNvPr id="86" name="Google Shape;86;p3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 name="Google Shape;87;p3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90" name="Google Shape;90;p39" descr="Image result for iium logo"/>
          <p:cNvPicPr preferRelativeResize="0"/>
          <p:nvPr/>
        </p:nvPicPr>
        <p:blipFill rotWithShape="1">
          <a:blip r:embed="rId2">
            <a:alphaModFix/>
          </a:blip>
          <a:srcRect/>
          <a:stretch/>
        </p:blipFill>
        <p:spPr>
          <a:xfrm>
            <a:off x="640081" y="5929408"/>
            <a:ext cx="750358" cy="750358"/>
          </a:xfrm>
          <a:prstGeom prst="rect">
            <a:avLst/>
          </a:prstGeom>
          <a:noFill/>
          <a:ln>
            <a:noFill/>
          </a:ln>
        </p:spPr>
      </p:pic>
      <p:pic>
        <p:nvPicPr>
          <p:cNvPr id="91" name="Google Shape;91;p39" descr="Corporate Identity &amp; Resources"/>
          <p:cNvPicPr preferRelativeResize="0"/>
          <p:nvPr/>
        </p:nvPicPr>
        <p:blipFill rotWithShape="1">
          <a:blip r:embed="rId3">
            <a:alphaModFix/>
          </a:blip>
          <a:srcRect/>
          <a:stretch/>
        </p:blipFill>
        <p:spPr>
          <a:xfrm>
            <a:off x="1561725" y="6194023"/>
            <a:ext cx="3241764" cy="44321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2"/>
        <p:cNvGrpSpPr/>
        <p:nvPr/>
      </p:nvGrpSpPr>
      <p:grpSpPr>
        <a:xfrm>
          <a:off x="0" y="0"/>
          <a:ext cx="0" cy="0"/>
          <a:chOff x="0" y="0"/>
          <a:chExt cx="0" cy="0"/>
        </a:xfrm>
      </p:grpSpPr>
      <p:sp>
        <p:nvSpPr>
          <p:cNvPr id="93" name="Google Shape;93;p4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4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5" name="Google Shape;95;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6" name="Google Shape;96;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www.louvre.fr/"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jp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hyperlink" Target="https://developer.mozilla.org/en-US/docs/Web/HTML/Element/footer" TargetMode="External"/><Relationship Id="rId13" Type="http://schemas.openxmlformats.org/officeDocument/2006/relationships/hyperlink" Target="https://developer.mozilla.org/en-US/docs/Web/HTML/Element/img" TargetMode="External"/><Relationship Id="rId18" Type="http://schemas.openxmlformats.org/officeDocument/2006/relationships/hyperlink" Target="https://developer.mozilla.org/en-US/docs/Web/HTML/Element/ul" TargetMode="External"/><Relationship Id="rId3" Type="http://schemas.openxmlformats.org/officeDocument/2006/relationships/hyperlink" Target="https://www.w3schools.com/charsets/default.asp" TargetMode="External"/><Relationship Id="rId7" Type="http://schemas.openxmlformats.org/officeDocument/2006/relationships/hyperlink" Target="https://developer.mozilla.org/en-US/docs/Web/HTML/Element/header" TargetMode="External"/><Relationship Id="rId12" Type="http://schemas.openxmlformats.org/officeDocument/2006/relationships/hyperlink" Target="https://developer.mozilla.org/en-US/docs/Web/HTML/Element/span" TargetMode="External"/><Relationship Id="rId17" Type="http://schemas.openxmlformats.org/officeDocument/2006/relationships/hyperlink" Target="https://developer.mozilla.org/en-US/docs/Web/HTML/Element/video" TargetMode="External"/><Relationship Id="rId2" Type="http://schemas.openxmlformats.org/officeDocument/2006/relationships/notesSlide" Target="../notesSlides/notesSlide14.xml"/><Relationship Id="rId16" Type="http://schemas.openxmlformats.org/officeDocument/2006/relationships/hyperlink" Target="https://developer.mozilla.org/en-US/docs/Web/HTML/Element/nav" TargetMode="External"/><Relationship Id="rId20" Type="http://schemas.openxmlformats.org/officeDocument/2006/relationships/hyperlink" Target="https://developer.mozilla.org/en-US/docs/Web/HTML/Element/li" TargetMode="External"/><Relationship Id="rId1" Type="http://schemas.openxmlformats.org/officeDocument/2006/relationships/slideLayout" Target="../slideLayouts/slideLayout2.xml"/><Relationship Id="rId6" Type="http://schemas.openxmlformats.org/officeDocument/2006/relationships/hyperlink" Target="https://developer.mozilla.org/en-US/docs/Web/HTML/Element/body" TargetMode="External"/><Relationship Id="rId11" Type="http://schemas.openxmlformats.org/officeDocument/2006/relationships/hyperlink" Target="https://developer.mozilla.org/en-US/docs/Web/HTML/Element/div" TargetMode="External"/><Relationship Id="rId5" Type="http://schemas.openxmlformats.org/officeDocument/2006/relationships/hyperlink" Target="https://developer.mozilla.org/en-US/docs/Web/HTML/Element/title" TargetMode="External"/><Relationship Id="rId15" Type="http://schemas.openxmlformats.org/officeDocument/2006/relationships/hyperlink" Target="https://developer.mozilla.org/en-US/docs/Web/HTML/Element/embed" TargetMode="External"/><Relationship Id="rId10" Type="http://schemas.openxmlformats.org/officeDocument/2006/relationships/hyperlink" Target="https://developer.mozilla.org/en-US/docs/Web/HTML/Element/p" TargetMode="External"/><Relationship Id="rId19" Type="http://schemas.openxmlformats.org/officeDocument/2006/relationships/hyperlink" Target="https://developer.mozilla.org/en-US/docs/Web/HTML/Element/ol" TargetMode="External"/><Relationship Id="rId4" Type="http://schemas.openxmlformats.org/officeDocument/2006/relationships/hyperlink" Target="https://developer.mozilla.org/en-US/docs/Web/HTML/Element/head" TargetMode="External"/><Relationship Id="rId9" Type="http://schemas.openxmlformats.org/officeDocument/2006/relationships/hyperlink" Target="https://developer.mozilla.org/en-US/docs/Web/HTML/Element/section" TargetMode="External"/><Relationship Id="rId14" Type="http://schemas.openxmlformats.org/officeDocument/2006/relationships/hyperlink" Target="https://developer.mozilla.org/en-US/docs/Web/HTML/Element/audio"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7.jpg"/><Relationship Id="rId4" Type="http://schemas.openxmlformats.org/officeDocument/2006/relationships/hyperlink" Target="https://www.w3schools.com/html/html_elements.asp"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hyperlink" Target="https://www.google.com/url?sa=i&amp;url=https%3A%2F%2Fwww.flaticon.com%2Ffree-icon%2Ftry-me_10246748&amp;psig=AOvVaw1rx1twxvcKtj_zjht1Q9O7&amp;ust=1721088295943000&amp;source=images&amp;cd=vfe&amp;opi=89978449&amp;ved=0CA8QjRxqFwoTCMDa_NLfp4cDFQAAAAAdAAAAABAE" TargetMode="External"/><Relationship Id="rId5" Type="http://schemas.openxmlformats.org/officeDocument/2006/relationships/image" Target="../media/image20.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4.jpg"/><Relationship Id="rId4" Type="http://schemas.openxmlformats.org/officeDocument/2006/relationships/image" Target="../media/image23.jp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w3schools.com/html/html_headings.asp"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hyperlink" Target="https://www.w3schools.com/html/tryit.asp?filename=tryhtml_lists_intro"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hyperlink" Target="https://www.w3schools.com/html/html_comments.asp"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30.jpg"/><Relationship Id="rId5" Type="http://schemas.openxmlformats.org/officeDocument/2006/relationships/image" Target="../media/image29.png"/><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w3schools.com/html/html_attributes.asp"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hyperlink" Target="https://www.w3schools.com/html/html_lists.asp" TargetMode="External"/><Relationship Id="rId4" Type="http://schemas.openxmlformats.org/officeDocument/2006/relationships/hyperlink" Target="https://www.w3schools.com/html/html_links.asp"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2"/>
        <p:cNvGrpSpPr/>
        <p:nvPr/>
      </p:nvGrpSpPr>
      <p:grpSpPr>
        <a:xfrm>
          <a:off x="0" y="0"/>
          <a:ext cx="0" cy="0"/>
          <a:chOff x="0" y="0"/>
          <a:chExt cx="0" cy="0"/>
        </a:xfrm>
      </p:grpSpPr>
      <p:sp>
        <p:nvSpPr>
          <p:cNvPr id="103" name="Google Shape;103;p1"/>
          <p:cNvSpPr/>
          <p:nvPr/>
        </p:nvSpPr>
        <p:spPr>
          <a:xfrm>
            <a:off x="3048" y="0"/>
            <a:ext cx="12188952" cy="68580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4" name="Google Shape;104;p1"/>
          <p:cNvSpPr/>
          <p:nvPr/>
        </p:nvSpPr>
        <p:spPr>
          <a:xfrm>
            <a:off x="0" y="0"/>
            <a:ext cx="12188952" cy="6858000"/>
          </a:xfrm>
          <a:prstGeom prst="rect">
            <a:avLst/>
          </a:prstGeom>
          <a:solidFill>
            <a:schemeClr val="dk1">
              <a:alpha val="52941"/>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nvGrpSpPr>
          <p:cNvPr id="105" name="Google Shape;105;p1"/>
          <p:cNvGrpSpPr/>
          <p:nvPr/>
        </p:nvGrpSpPr>
        <p:grpSpPr>
          <a:xfrm>
            <a:off x="1" y="2075420"/>
            <a:ext cx="12396066" cy="4440643"/>
            <a:chOff x="1" y="2075420"/>
            <a:chExt cx="12396066" cy="4440643"/>
          </a:xfrm>
        </p:grpSpPr>
        <p:sp>
          <p:nvSpPr>
            <p:cNvPr id="106" name="Google Shape;106;p1"/>
            <p:cNvSpPr/>
            <p:nvPr/>
          </p:nvSpPr>
          <p:spPr>
            <a:xfrm rot="4500000">
              <a:off x="7942191" y="2507571"/>
              <a:ext cx="3563871" cy="3563871"/>
            </a:xfrm>
            <a:prstGeom prst="ellipse">
              <a:avLst/>
            </a:prstGeom>
            <a:noFill/>
            <a:ln w="31750" cap="flat" cmpd="sng">
              <a:solidFill>
                <a:srgbClr val="8296B0">
                  <a:alpha val="9803"/>
                </a:srgbClr>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7" name="Google Shape;107;p1"/>
            <p:cNvSpPr/>
            <p:nvPr/>
          </p:nvSpPr>
          <p:spPr>
            <a:xfrm rot="-5400000">
              <a:off x="10435065" y="4048931"/>
              <a:ext cx="1381607" cy="1381607"/>
            </a:xfrm>
            <a:prstGeom prst="ellipse">
              <a:avLst/>
            </a:prstGeom>
            <a:noFill/>
            <a:ln w="31750" cap="flat" cmpd="sng">
              <a:solidFill>
                <a:srgbClr val="8296B0">
                  <a:alpha val="20000"/>
                </a:srgbClr>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8" name="Google Shape;108;p1"/>
            <p:cNvSpPr/>
            <p:nvPr/>
          </p:nvSpPr>
          <p:spPr>
            <a:xfrm rot="-5400000">
              <a:off x="1" y="2075420"/>
              <a:ext cx="3144364" cy="3144364"/>
            </a:xfrm>
            <a:prstGeom prst="ellipse">
              <a:avLst/>
            </a:prstGeom>
            <a:gradFill>
              <a:gsLst>
                <a:gs pos="0">
                  <a:srgbClr val="323F4F">
                    <a:alpha val="20000"/>
                  </a:srgbClr>
                </a:gs>
                <a:gs pos="100000">
                  <a:srgbClr val="222A35">
                    <a:alpha val="9803"/>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9" name="Google Shape;109;p1"/>
            <p:cNvSpPr/>
            <p:nvPr/>
          </p:nvSpPr>
          <p:spPr>
            <a:xfrm rot="-9000000">
              <a:off x="10150845" y="4270841"/>
              <a:ext cx="1897885" cy="1897885"/>
            </a:xfrm>
            <a:prstGeom prst="ellipse">
              <a:avLst/>
            </a:prstGeom>
            <a:gradFill>
              <a:gsLst>
                <a:gs pos="0">
                  <a:srgbClr val="323F4F">
                    <a:alpha val="9803"/>
                  </a:srgbClr>
                </a:gs>
                <a:gs pos="100000">
                  <a:srgbClr val="323F4F">
                    <a:alpha val="20000"/>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0" name="Google Shape;110;p1"/>
            <p:cNvSpPr/>
            <p:nvPr/>
          </p:nvSpPr>
          <p:spPr>
            <a:xfrm rot="4500000">
              <a:off x="2046780" y="3040492"/>
              <a:ext cx="2579322" cy="2579322"/>
            </a:xfrm>
            <a:prstGeom prst="ellipse">
              <a:avLst/>
            </a:prstGeom>
            <a:noFill/>
            <a:ln w="31750" cap="flat" cmpd="sng">
              <a:solidFill>
                <a:srgbClr val="8296B0">
                  <a:alpha val="20000"/>
                </a:srgbClr>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1" name="Google Shape;111;p1"/>
            <p:cNvSpPr/>
            <p:nvPr/>
          </p:nvSpPr>
          <p:spPr>
            <a:xfrm rot="4500000">
              <a:off x="2224640" y="3193975"/>
              <a:ext cx="2243193" cy="2243193"/>
            </a:xfrm>
            <a:prstGeom prst="ellipse">
              <a:avLst/>
            </a:prstGeom>
            <a:noFill/>
            <a:ln w="31750" cap="flat" cmpd="sng">
              <a:solidFill>
                <a:srgbClr val="8296B0">
                  <a:alpha val="9803"/>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sp>
        <p:nvSpPr>
          <p:cNvPr id="112" name="Google Shape;112;p1"/>
          <p:cNvSpPr/>
          <p:nvPr/>
        </p:nvSpPr>
        <p:spPr>
          <a:xfrm rot="-5400000">
            <a:off x="10438146" y="1042605"/>
            <a:ext cx="2796461" cy="711252"/>
          </a:xfrm>
          <a:prstGeom prst="rect">
            <a:avLst/>
          </a:prstGeom>
          <a:gradFill>
            <a:gsLst>
              <a:gs pos="0">
                <a:srgbClr val="ACB8CA">
                  <a:alpha val="0"/>
                </a:srgbClr>
              </a:gs>
              <a:gs pos="100000">
                <a:srgbClr val="323F4F">
                  <a:alpha val="9803"/>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nvGrpSpPr>
          <p:cNvPr id="113" name="Google Shape;113;p1"/>
          <p:cNvGrpSpPr/>
          <p:nvPr/>
        </p:nvGrpSpPr>
        <p:grpSpPr>
          <a:xfrm>
            <a:off x="11259539" y="317578"/>
            <a:ext cx="548640" cy="549007"/>
            <a:chOff x="7029447" y="3514725"/>
            <a:chExt cx="1285875" cy="549007"/>
          </a:xfrm>
        </p:grpSpPr>
        <p:cxnSp>
          <p:nvCxnSpPr>
            <p:cNvPr id="114" name="Google Shape;114;p1"/>
            <p:cNvCxnSpPr/>
            <p:nvPr/>
          </p:nvCxnSpPr>
          <p:spPr>
            <a:xfrm>
              <a:off x="7029447" y="3514725"/>
              <a:ext cx="1285875" cy="0"/>
            </a:xfrm>
            <a:prstGeom prst="straightConnector1">
              <a:avLst/>
            </a:prstGeom>
            <a:noFill/>
            <a:ln w="31750" cap="rnd" cmpd="sng">
              <a:solidFill>
                <a:srgbClr val="8296B0">
                  <a:alpha val="40000"/>
                </a:srgbClr>
              </a:solidFill>
              <a:prstDash val="dot"/>
              <a:round/>
              <a:headEnd type="none" w="sm" len="sm"/>
              <a:tailEnd type="none" w="sm" len="sm"/>
            </a:ln>
          </p:spPr>
        </p:cxnSp>
        <p:cxnSp>
          <p:nvCxnSpPr>
            <p:cNvPr id="115" name="Google Shape;115;p1"/>
            <p:cNvCxnSpPr/>
            <p:nvPr/>
          </p:nvCxnSpPr>
          <p:spPr>
            <a:xfrm>
              <a:off x="7029447" y="3697727"/>
              <a:ext cx="1285875" cy="0"/>
            </a:xfrm>
            <a:prstGeom prst="straightConnector1">
              <a:avLst/>
            </a:prstGeom>
            <a:noFill/>
            <a:ln w="31750" cap="rnd" cmpd="sng">
              <a:solidFill>
                <a:srgbClr val="8296B0">
                  <a:alpha val="40000"/>
                </a:srgbClr>
              </a:solidFill>
              <a:prstDash val="dot"/>
              <a:round/>
              <a:headEnd type="none" w="sm" len="sm"/>
              <a:tailEnd type="none" w="sm" len="sm"/>
            </a:ln>
          </p:spPr>
        </p:cxnSp>
        <p:cxnSp>
          <p:nvCxnSpPr>
            <p:cNvPr id="116" name="Google Shape;116;p1"/>
            <p:cNvCxnSpPr/>
            <p:nvPr/>
          </p:nvCxnSpPr>
          <p:spPr>
            <a:xfrm>
              <a:off x="7029447" y="3880729"/>
              <a:ext cx="1285875" cy="0"/>
            </a:xfrm>
            <a:prstGeom prst="straightConnector1">
              <a:avLst/>
            </a:prstGeom>
            <a:noFill/>
            <a:ln w="31750" cap="rnd" cmpd="sng">
              <a:solidFill>
                <a:srgbClr val="8296B0">
                  <a:alpha val="40000"/>
                </a:srgbClr>
              </a:solidFill>
              <a:prstDash val="dot"/>
              <a:round/>
              <a:headEnd type="none" w="sm" len="sm"/>
              <a:tailEnd type="none" w="sm" len="sm"/>
            </a:ln>
          </p:spPr>
        </p:cxnSp>
        <p:cxnSp>
          <p:nvCxnSpPr>
            <p:cNvPr id="117" name="Google Shape;117;p1"/>
            <p:cNvCxnSpPr/>
            <p:nvPr/>
          </p:nvCxnSpPr>
          <p:spPr>
            <a:xfrm>
              <a:off x="7029447" y="4063732"/>
              <a:ext cx="1285875" cy="0"/>
            </a:xfrm>
            <a:prstGeom prst="straightConnector1">
              <a:avLst/>
            </a:prstGeom>
            <a:noFill/>
            <a:ln w="31750" cap="rnd" cmpd="sng">
              <a:solidFill>
                <a:srgbClr val="8296B0">
                  <a:alpha val="40000"/>
                </a:srgbClr>
              </a:solidFill>
              <a:prstDash val="dot"/>
              <a:round/>
              <a:headEnd type="none" w="sm" len="sm"/>
              <a:tailEnd type="none" w="sm" len="sm"/>
            </a:ln>
          </p:spPr>
        </p:cxnSp>
      </p:grpSp>
      <p:grpSp>
        <p:nvGrpSpPr>
          <p:cNvPr id="118" name="Google Shape;118;p1"/>
          <p:cNvGrpSpPr/>
          <p:nvPr/>
        </p:nvGrpSpPr>
        <p:grpSpPr>
          <a:xfrm rot="-5400000">
            <a:off x="474192" y="482489"/>
            <a:ext cx="304800" cy="429768"/>
            <a:chOff x="215328" y="-46937"/>
            <a:chExt cx="304800" cy="2773841"/>
          </a:xfrm>
        </p:grpSpPr>
        <p:cxnSp>
          <p:nvCxnSpPr>
            <p:cNvPr id="119" name="Google Shape;119;p1"/>
            <p:cNvCxnSpPr/>
            <p:nvPr/>
          </p:nvCxnSpPr>
          <p:spPr>
            <a:xfrm>
              <a:off x="215328" y="-46937"/>
              <a:ext cx="0" cy="2773841"/>
            </a:xfrm>
            <a:prstGeom prst="straightConnector1">
              <a:avLst/>
            </a:prstGeom>
            <a:noFill/>
            <a:ln w="25400" cap="flat" cmpd="sng">
              <a:solidFill>
                <a:srgbClr val="EFEFEF">
                  <a:alpha val="49803"/>
                </a:srgbClr>
              </a:solidFill>
              <a:prstDash val="dot"/>
              <a:miter lim="800000"/>
              <a:headEnd type="none" w="sm" len="sm"/>
              <a:tailEnd type="none" w="sm" len="sm"/>
            </a:ln>
          </p:spPr>
        </p:cxnSp>
        <p:cxnSp>
          <p:nvCxnSpPr>
            <p:cNvPr id="120" name="Google Shape;120;p1"/>
            <p:cNvCxnSpPr/>
            <p:nvPr/>
          </p:nvCxnSpPr>
          <p:spPr>
            <a:xfrm>
              <a:off x="316928" y="-46937"/>
              <a:ext cx="0" cy="2773841"/>
            </a:xfrm>
            <a:prstGeom prst="straightConnector1">
              <a:avLst/>
            </a:prstGeom>
            <a:noFill/>
            <a:ln w="25400" cap="flat" cmpd="sng">
              <a:solidFill>
                <a:srgbClr val="EFEFEF">
                  <a:alpha val="49803"/>
                </a:srgbClr>
              </a:solidFill>
              <a:prstDash val="dot"/>
              <a:miter lim="800000"/>
              <a:headEnd type="none" w="sm" len="sm"/>
              <a:tailEnd type="none" w="sm" len="sm"/>
            </a:ln>
          </p:spPr>
        </p:cxnSp>
        <p:cxnSp>
          <p:nvCxnSpPr>
            <p:cNvPr id="121" name="Google Shape;121;p1"/>
            <p:cNvCxnSpPr/>
            <p:nvPr/>
          </p:nvCxnSpPr>
          <p:spPr>
            <a:xfrm>
              <a:off x="418528" y="-46937"/>
              <a:ext cx="0" cy="2773841"/>
            </a:xfrm>
            <a:prstGeom prst="straightConnector1">
              <a:avLst/>
            </a:prstGeom>
            <a:noFill/>
            <a:ln w="25400" cap="flat" cmpd="sng">
              <a:solidFill>
                <a:srgbClr val="EFEFEF">
                  <a:alpha val="49803"/>
                </a:srgbClr>
              </a:solidFill>
              <a:prstDash val="dot"/>
              <a:miter lim="800000"/>
              <a:headEnd type="none" w="sm" len="sm"/>
              <a:tailEnd type="none" w="sm" len="sm"/>
            </a:ln>
          </p:spPr>
        </p:cxnSp>
        <p:cxnSp>
          <p:nvCxnSpPr>
            <p:cNvPr id="122" name="Google Shape;122;p1"/>
            <p:cNvCxnSpPr/>
            <p:nvPr/>
          </p:nvCxnSpPr>
          <p:spPr>
            <a:xfrm>
              <a:off x="520128" y="-46937"/>
              <a:ext cx="0" cy="2773841"/>
            </a:xfrm>
            <a:prstGeom prst="straightConnector1">
              <a:avLst/>
            </a:prstGeom>
            <a:noFill/>
            <a:ln w="25400" cap="flat" cmpd="sng">
              <a:solidFill>
                <a:srgbClr val="EFEFEF">
                  <a:alpha val="49803"/>
                </a:srgbClr>
              </a:solidFill>
              <a:prstDash val="dot"/>
              <a:miter lim="800000"/>
              <a:headEnd type="none" w="sm" len="sm"/>
              <a:tailEnd type="none" w="sm" len="sm"/>
            </a:ln>
          </p:spPr>
        </p:cxnSp>
      </p:grpSp>
      <p:sp>
        <p:nvSpPr>
          <p:cNvPr id="123" name="Google Shape;123;p1"/>
          <p:cNvSpPr/>
          <p:nvPr/>
        </p:nvSpPr>
        <p:spPr>
          <a:xfrm rot="10800000">
            <a:off x="-1" y="6140785"/>
            <a:ext cx="6095997" cy="711252"/>
          </a:xfrm>
          <a:prstGeom prst="rect">
            <a:avLst/>
          </a:prstGeom>
          <a:gradFill>
            <a:gsLst>
              <a:gs pos="0">
                <a:srgbClr val="222A35">
                  <a:alpha val="9803"/>
                </a:srgbClr>
              </a:gs>
              <a:gs pos="10000">
                <a:srgbClr val="222A35">
                  <a:alpha val="9803"/>
                </a:srgbClr>
              </a:gs>
              <a:gs pos="100000">
                <a:srgbClr val="8296B0">
                  <a:alpha val="0"/>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nvGrpSpPr>
          <p:cNvPr id="124" name="Google Shape;124;p1"/>
          <p:cNvGrpSpPr/>
          <p:nvPr/>
        </p:nvGrpSpPr>
        <p:grpSpPr>
          <a:xfrm rot="5400000">
            <a:off x="616345" y="5940560"/>
            <a:ext cx="1285875" cy="549007"/>
            <a:chOff x="7029447" y="3514725"/>
            <a:chExt cx="1285875" cy="549007"/>
          </a:xfrm>
        </p:grpSpPr>
        <p:cxnSp>
          <p:nvCxnSpPr>
            <p:cNvPr id="125" name="Google Shape;125;p1"/>
            <p:cNvCxnSpPr/>
            <p:nvPr/>
          </p:nvCxnSpPr>
          <p:spPr>
            <a:xfrm>
              <a:off x="7029447" y="3514725"/>
              <a:ext cx="1285875" cy="0"/>
            </a:xfrm>
            <a:prstGeom prst="straightConnector1">
              <a:avLst/>
            </a:prstGeom>
            <a:noFill/>
            <a:ln w="31750" cap="rnd" cmpd="sng">
              <a:solidFill>
                <a:srgbClr val="8296B0">
                  <a:alpha val="40000"/>
                </a:srgbClr>
              </a:solidFill>
              <a:prstDash val="dot"/>
              <a:round/>
              <a:headEnd type="none" w="sm" len="sm"/>
              <a:tailEnd type="none" w="sm" len="sm"/>
            </a:ln>
          </p:spPr>
        </p:cxnSp>
        <p:cxnSp>
          <p:nvCxnSpPr>
            <p:cNvPr id="126" name="Google Shape;126;p1"/>
            <p:cNvCxnSpPr/>
            <p:nvPr/>
          </p:nvCxnSpPr>
          <p:spPr>
            <a:xfrm>
              <a:off x="7029447" y="3697727"/>
              <a:ext cx="1285875" cy="0"/>
            </a:xfrm>
            <a:prstGeom prst="straightConnector1">
              <a:avLst/>
            </a:prstGeom>
            <a:noFill/>
            <a:ln w="31750" cap="rnd" cmpd="sng">
              <a:solidFill>
                <a:srgbClr val="8296B0">
                  <a:alpha val="40000"/>
                </a:srgbClr>
              </a:solidFill>
              <a:prstDash val="dot"/>
              <a:round/>
              <a:headEnd type="none" w="sm" len="sm"/>
              <a:tailEnd type="none" w="sm" len="sm"/>
            </a:ln>
          </p:spPr>
        </p:cxnSp>
        <p:cxnSp>
          <p:nvCxnSpPr>
            <p:cNvPr id="127" name="Google Shape;127;p1"/>
            <p:cNvCxnSpPr/>
            <p:nvPr/>
          </p:nvCxnSpPr>
          <p:spPr>
            <a:xfrm>
              <a:off x="7029447" y="3880729"/>
              <a:ext cx="1285875" cy="0"/>
            </a:xfrm>
            <a:prstGeom prst="straightConnector1">
              <a:avLst/>
            </a:prstGeom>
            <a:noFill/>
            <a:ln w="31750" cap="rnd" cmpd="sng">
              <a:solidFill>
                <a:srgbClr val="8296B0">
                  <a:alpha val="40000"/>
                </a:srgbClr>
              </a:solidFill>
              <a:prstDash val="dot"/>
              <a:round/>
              <a:headEnd type="none" w="sm" len="sm"/>
              <a:tailEnd type="none" w="sm" len="sm"/>
            </a:ln>
          </p:spPr>
        </p:cxnSp>
        <p:cxnSp>
          <p:nvCxnSpPr>
            <p:cNvPr id="128" name="Google Shape;128;p1"/>
            <p:cNvCxnSpPr/>
            <p:nvPr/>
          </p:nvCxnSpPr>
          <p:spPr>
            <a:xfrm>
              <a:off x="7029447" y="4063732"/>
              <a:ext cx="1285875" cy="0"/>
            </a:xfrm>
            <a:prstGeom prst="straightConnector1">
              <a:avLst/>
            </a:prstGeom>
            <a:noFill/>
            <a:ln w="31750" cap="rnd" cmpd="sng">
              <a:solidFill>
                <a:srgbClr val="8296B0">
                  <a:alpha val="40000"/>
                </a:srgbClr>
              </a:solidFill>
              <a:prstDash val="dot"/>
              <a:round/>
              <a:headEnd type="none" w="sm" len="sm"/>
              <a:tailEnd type="none" w="sm" len="sm"/>
            </a:ln>
          </p:spPr>
        </p:cxnSp>
      </p:grpSp>
      <p:sp>
        <p:nvSpPr>
          <p:cNvPr id="129" name="Google Shape;129;p1"/>
          <p:cNvSpPr txBox="1">
            <a:spLocks noGrp="1"/>
          </p:cNvSpPr>
          <p:nvPr>
            <p:ph type="ctrTitle"/>
          </p:nvPr>
        </p:nvSpPr>
        <p:spPr>
          <a:xfrm>
            <a:off x="712951" y="1959763"/>
            <a:ext cx="9793123" cy="212958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4800"/>
              <a:buFont typeface="Calibri"/>
              <a:buNone/>
            </a:pPr>
            <a:r>
              <a:rPr lang="en-US" sz="4800" b="1">
                <a:solidFill>
                  <a:schemeClr val="lt1"/>
                </a:solidFill>
              </a:rPr>
              <a:t>ICTF 0554 Web Technologies</a:t>
            </a:r>
            <a:br>
              <a:rPr lang="en-US" sz="4800" b="1">
                <a:solidFill>
                  <a:schemeClr val="lt1"/>
                </a:solidFill>
              </a:rPr>
            </a:br>
            <a:r>
              <a:rPr lang="en-US" sz="4800" b="1">
                <a:solidFill>
                  <a:schemeClr val="lt1"/>
                </a:solidFill>
              </a:rPr>
              <a:t>How the Web Works</a:t>
            </a:r>
            <a:endParaRPr/>
          </a:p>
        </p:txBody>
      </p:sp>
      <p:sp>
        <p:nvSpPr>
          <p:cNvPr id="130" name="Google Shape;130;p1"/>
          <p:cNvSpPr txBox="1"/>
          <p:nvPr/>
        </p:nvSpPr>
        <p:spPr>
          <a:xfrm>
            <a:off x="411708" y="6100913"/>
            <a:ext cx="8534339" cy="572669"/>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None/>
            </a:pPr>
            <a:r>
              <a:rPr lang="en-US" sz="2000" b="0" i="0" u="none" strike="noStrike" cap="none">
                <a:solidFill>
                  <a:schemeClr val="lt1"/>
                </a:solidFill>
                <a:latin typeface="Calibri"/>
                <a:ea typeface="Calibri"/>
                <a:cs typeface="Calibri"/>
                <a:sym typeface="Calibri"/>
              </a:rPr>
              <a:t>Department of Information and Communications Technology, , IIUM</a:t>
            </a:r>
            <a:endParaRPr/>
          </a:p>
        </p:txBody>
      </p:sp>
      <p:sp>
        <p:nvSpPr>
          <p:cNvPr id="131" name="Google Shape;131;p1"/>
          <p:cNvSpPr txBox="1"/>
          <p:nvPr/>
        </p:nvSpPr>
        <p:spPr>
          <a:xfrm>
            <a:off x="738555" y="3344562"/>
            <a:ext cx="73597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lt1"/>
                </a:solidFill>
                <a:latin typeface="Calibri"/>
                <a:ea typeface="Calibri"/>
                <a:cs typeface="Calibri"/>
                <a:sym typeface="Calibri"/>
              </a:rPr>
              <a:t>Part 1</a:t>
            </a:r>
            <a:endParaRPr sz="1800">
              <a:solidFill>
                <a:schemeClr val="lt1"/>
              </a:solidFill>
              <a:latin typeface="Calibri"/>
              <a:ea typeface="Calibri"/>
              <a:cs typeface="Calibri"/>
              <a:sym typeface="Calibri"/>
            </a:endParaRPr>
          </a:p>
        </p:txBody>
      </p:sp>
      <p:pic>
        <p:nvPicPr>
          <p:cNvPr id="132" name="Google Shape;132;p1"/>
          <p:cNvPicPr preferRelativeResize="0"/>
          <p:nvPr/>
        </p:nvPicPr>
        <p:blipFill rotWithShape="1">
          <a:blip r:embed="rId3">
            <a:alphaModFix/>
          </a:blip>
          <a:srcRect/>
          <a:stretch/>
        </p:blipFill>
        <p:spPr>
          <a:xfrm>
            <a:off x="8715408" y="2223422"/>
            <a:ext cx="1008718" cy="149047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600" b="1"/>
              <a:t>2</a:t>
            </a:fld>
            <a:endParaRPr sz="1600" b="1"/>
          </a:p>
        </p:txBody>
      </p:sp>
      <p:sp>
        <p:nvSpPr>
          <p:cNvPr id="138" name="Google Shape;138;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800"/>
              <a:buFont typeface="Calibri"/>
              <a:buNone/>
            </a:pPr>
            <a:r>
              <a:rPr lang="en-US" sz="4800" b="1">
                <a:latin typeface="Calibri"/>
                <a:ea typeface="Calibri"/>
                <a:cs typeface="Calibri"/>
                <a:sym typeface="Calibri"/>
              </a:rPr>
              <a:t>Contents</a:t>
            </a:r>
            <a:endParaRPr/>
          </a:p>
        </p:txBody>
      </p:sp>
      <p:sp>
        <p:nvSpPr>
          <p:cNvPr id="139" name="Google Shape;139;p2"/>
          <p:cNvSpPr txBox="1">
            <a:spLocks noGrp="1"/>
          </p:cNvSpPr>
          <p:nvPr>
            <p:ph type="body" idx="1"/>
          </p:nvPr>
        </p:nvSpPr>
        <p:spPr>
          <a:xfrm>
            <a:off x="838200" y="1825625"/>
            <a:ext cx="10515600" cy="291263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2400"/>
              <a:buFont typeface="Arial"/>
              <a:buChar char="•"/>
            </a:pPr>
            <a:r>
              <a:rPr lang="en-US" sz="2400"/>
              <a:t>HTML in web development</a:t>
            </a:r>
            <a:endParaRPr/>
          </a:p>
          <a:p>
            <a:pPr marL="342900" lvl="0" indent="-342900" algn="l" rtl="0">
              <a:lnSpc>
                <a:spcPct val="90000"/>
              </a:lnSpc>
              <a:spcBef>
                <a:spcPts val="1000"/>
              </a:spcBef>
              <a:spcAft>
                <a:spcPts val="0"/>
              </a:spcAft>
              <a:buClr>
                <a:schemeClr val="dk1"/>
              </a:buClr>
              <a:buSzPts val="2400"/>
              <a:buFont typeface="Arial"/>
              <a:buChar char="•"/>
            </a:pPr>
            <a:r>
              <a:rPr lang="en-US" sz="2400"/>
              <a:t>Live Server &amp; Code with AI?</a:t>
            </a:r>
            <a:endParaRPr/>
          </a:p>
          <a:p>
            <a:pPr marL="342900" lvl="0" indent="-342900" algn="l" rtl="0">
              <a:lnSpc>
                <a:spcPct val="90000"/>
              </a:lnSpc>
              <a:spcBef>
                <a:spcPts val="1000"/>
              </a:spcBef>
              <a:spcAft>
                <a:spcPts val="0"/>
              </a:spcAft>
              <a:buClr>
                <a:schemeClr val="dk1"/>
              </a:buClr>
              <a:buSzPts val="2400"/>
              <a:buFont typeface="Arial"/>
              <a:buChar char="•"/>
            </a:pPr>
            <a:r>
              <a:rPr lang="en-US" sz="2400"/>
              <a:t>HTML Structure</a:t>
            </a:r>
            <a:endParaRPr/>
          </a:p>
          <a:p>
            <a:pPr marL="342900" lvl="0" indent="-342900" algn="l" rtl="0">
              <a:lnSpc>
                <a:spcPct val="90000"/>
              </a:lnSpc>
              <a:spcBef>
                <a:spcPts val="1000"/>
              </a:spcBef>
              <a:spcAft>
                <a:spcPts val="0"/>
              </a:spcAft>
              <a:buClr>
                <a:schemeClr val="dk1"/>
              </a:buClr>
              <a:buSzPts val="2400"/>
              <a:buFont typeface="Arial"/>
              <a:buChar char="•"/>
            </a:pPr>
            <a:r>
              <a:rPr lang="en-US" sz="2400"/>
              <a:t>Basic Elements of HTML</a:t>
            </a:r>
            <a:endParaRPr/>
          </a:p>
          <a:p>
            <a:pPr marL="342900" lvl="0" indent="-342900" algn="l" rtl="0">
              <a:lnSpc>
                <a:spcPct val="90000"/>
              </a:lnSpc>
              <a:spcBef>
                <a:spcPts val="1000"/>
              </a:spcBef>
              <a:spcAft>
                <a:spcPts val="0"/>
              </a:spcAft>
              <a:buClr>
                <a:schemeClr val="dk1"/>
              </a:buClr>
              <a:buSzPts val="2400"/>
              <a:buFont typeface="Arial"/>
              <a:buChar char="•"/>
            </a:pPr>
            <a:r>
              <a:rPr lang="en-US" sz="2400"/>
              <a:t>Basic Text Formatting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
        <p:nvSpPr>
          <p:cNvPr id="145" name="Google Shape;145;p3"/>
          <p:cNvSpPr txBox="1">
            <a:spLocks noGrp="1"/>
          </p:cNvSpPr>
          <p:nvPr>
            <p:ph type="title"/>
          </p:nvPr>
        </p:nvSpPr>
        <p:spPr>
          <a:xfrm>
            <a:off x="630935" y="640080"/>
            <a:ext cx="8175713" cy="886879"/>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5000"/>
              <a:buFont typeface="Calibri"/>
              <a:buNone/>
            </a:pPr>
            <a:r>
              <a:rPr lang="en-US" sz="5000"/>
              <a:t>What is Website Technology?</a:t>
            </a:r>
            <a:endParaRPr/>
          </a:p>
        </p:txBody>
      </p:sp>
      <p:sp>
        <p:nvSpPr>
          <p:cNvPr id="146" name="Google Shape;146;p3"/>
          <p:cNvSpPr txBox="1">
            <a:spLocks noGrp="1"/>
          </p:cNvSpPr>
          <p:nvPr>
            <p:ph type="body" idx="1"/>
          </p:nvPr>
        </p:nvSpPr>
        <p:spPr>
          <a:xfrm>
            <a:off x="630935" y="1906302"/>
            <a:ext cx="7145904" cy="3800815"/>
          </a:xfrm>
          <a:prstGeom prst="rect">
            <a:avLst/>
          </a:prstGeom>
          <a:noFill/>
          <a:ln>
            <a:noFill/>
          </a:ln>
        </p:spPr>
        <p:txBody>
          <a:bodyPr spcFirstLastPara="1" wrap="square" lIns="91425" tIns="45700" rIns="91425" bIns="45700" anchor="t" anchorCtr="0">
            <a:noAutofit/>
          </a:bodyPr>
          <a:lstStyle/>
          <a:p>
            <a:pPr marL="228600" lvl="0" indent="-228600" algn="just" rtl="0">
              <a:lnSpc>
                <a:spcPct val="90000"/>
              </a:lnSpc>
              <a:spcBef>
                <a:spcPts val="0"/>
              </a:spcBef>
              <a:spcAft>
                <a:spcPts val="0"/>
              </a:spcAft>
              <a:buClr>
                <a:schemeClr val="dk1"/>
              </a:buClr>
              <a:buSzPts val="2800"/>
              <a:buChar char="•"/>
            </a:pPr>
            <a:r>
              <a:rPr lang="en-US"/>
              <a:t>Website technology encompasses the tools, programming languages, frameworks, and protocols used to create, manage, and maintain websites. </a:t>
            </a:r>
            <a:endParaRPr/>
          </a:p>
          <a:p>
            <a:pPr marL="228600" lvl="0" indent="-228600" algn="just" rtl="0">
              <a:lnSpc>
                <a:spcPct val="90000"/>
              </a:lnSpc>
              <a:spcBef>
                <a:spcPts val="1000"/>
              </a:spcBef>
              <a:spcAft>
                <a:spcPts val="0"/>
              </a:spcAft>
              <a:buClr>
                <a:schemeClr val="dk1"/>
              </a:buClr>
              <a:buSzPts val="2800"/>
              <a:buChar char="•"/>
            </a:pPr>
            <a:r>
              <a:rPr lang="en-US"/>
              <a:t>It involves both the front-end (client-side) and back-end (server-side) technologies that work together to deliver a seamless web experience.</a:t>
            </a:r>
            <a:endParaRPr/>
          </a:p>
        </p:txBody>
      </p:sp>
      <p:pic>
        <p:nvPicPr>
          <p:cNvPr id="147" name="Google Shape;147;p3" descr="A computer and computer with icons around it&#10;&#10;Description automatically generated"/>
          <p:cNvPicPr preferRelativeResize="0"/>
          <p:nvPr/>
        </p:nvPicPr>
        <p:blipFill rotWithShape="1">
          <a:blip r:embed="rId3">
            <a:alphaModFix/>
          </a:blip>
          <a:srcRect/>
          <a:stretch/>
        </p:blipFill>
        <p:spPr>
          <a:xfrm>
            <a:off x="8095643" y="1373598"/>
            <a:ext cx="3459324" cy="258584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How People Access the Web</a:t>
            </a:r>
            <a:endParaRPr/>
          </a:p>
        </p:txBody>
      </p:sp>
      <p:sp>
        <p:nvSpPr>
          <p:cNvPr id="153" name="Google Shape;153;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pic>
        <p:nvPicPr>
          <p:cNvPr id="154" name="Google Shape;154;p4"/>
          <p:cNvPicPr preferRelativeResize="0"/>
          <p:nvPr/>
        </p:nvPicPr>
        <p:blipFill rotWithShape="1">
          <a:blip r:embed="rId3">
            <a:alphaModFix/>
          </a:blip>
          <a:srcRect/>
          <a:stretch/>
        </p:blipFill>
        <p:spPr>
          <a:xfrm>
            <a:off x="1905000" y="1982665"/>
            <a:ext cx="7608571" cy="332085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
        <p:nvSpPr>
          <p:cNvPr id="160" name="Google Shape;160;p5"/>
          <p:cNvSpPr txBox="1">
            <a:spLocks noGrp="1"/>
          </p:cNvSpPr>
          <p:nvPr>
            <p:ph type="title"/>
          </p:nvPr>
        </p:nvSpPr>
        <p:spPr>
          <a:xfrm>
            <a:off x="706195" y="157019"/>
            <a:ext cx="3739341" cy="133083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Static Website</a:t>
            </a:r>
            <a:endParaRPr/>
          </a:p>
        </p:txBody>
      </p:sp>
      <p:sp>
        <p:nvSpPr>
          <p:cNvPr id="161" name="Google Shape;161;p5"/>
          <p:cNvSpPr txBox="1">
            <a:spLocks noGrp="1"/>
          </p:cNvSpPr>
          <p:nvPr>
            <p:ph type="body" idx="1"/>
          </p:nvPr>
        </p:nvSpPr>
        <p:spPr>
          <a:xfrm>
            <a:off x="706195" y="1220927"/>
            <a:ext cx="4906329" cy="2294771"/>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600"/>
              <a:buChar char="•"/>
            </a:pPr>
            <a:r>
              <a:rPr lang="en-US" sz="2600"/>
              <a:t>Static websites are built with </a:t>
            </a:r>
            <a:r>
              <a:rPr lang="en-US" sz="2600">
                <a:solidFill>
                  <a:srgbClr val="FF0000"/>
                </a:solidFill>
              </a:rPr>
              <a:t>fixed content</a:t>
            </a:r>
            <a:r>
              <a:rPr lang="en-US" sz="2600"/>
              <a:t> that doesn’t change unless manually updated. It never uses database.</a:t>
            </a:r>
            <a:endParaRPr/>
          </a:p>
          <a:p>
            <a:pPr marL="228600" lvl="0" indent="-228600" algn="l" rtl="0">
              <a:lnSpc>
                <a:spcPct val="90000"/>
              </a:lnSpc>
              <a:spcBef>
                <a:spcPts val="1000"/>
              </a:spcBef>
              <a:spcAft>
                <a:spcPts val="0"/>
              </a:spcAft>
              <a:buClr>
                <a:schemeClr val="dk1"/>
              </a:buClr>
              <a:buSzPts val="2600"/>
              <a:buChar char="•"/>
            </a:pPr>
            <a:r>
              <a:rPr lang="en-US" sz="2600"/>
              <a:t>Personal blogs, small business websites, portfolios</a:t>
            </a:r>
            <a:endParaRPr/>
          </a:p>
        </p:txBody>
      </p:sp>
      <p:pic>
        <p:nvPicPr>
          <p:cNvPr id="162" name="Google Shape;162;p5" descr="A diagram of a website&#10;&#10;Description automatically generated"/>
          <p:cNvPicPr preferRelativeResize="0"/>
          <p:nvPr/>
        </p:nvPicPr>
        <p:blipFill rotWithShape="1">
          <a:blip r:embed="rId3">
            <a:alphaModFix/>
          </a:blip>
          <a:srcRect/>
          <a:stretch/>
        </p:blipFill>
        <p:spPr>
          <a:xfrm>
            <a:off x="980857" y="3667124"/>
            <a:ext cx="4198116" cy="2211086"/>
          </a:xfrm>
          <a:prstGeom prst="rect">
            <a:avLst/>
          </a:prstGeom>
          <a:noFill/>
          <a:ln w="9525" cap="flat" cmpd="sng">
            <a:solidFill>
              <a:schemeClr val="dk1"/>
            </a:solidFill>
            <a:prstDash val="solid"/>
            <a:round/>
            <a:headEnd type="none" w="sm" len="sm"/>
            <a:tailEnd type="none" w="sm" len="sm"/>
          </a:ln>
        </p:spPr>
      </p:pic>
      <p:sp>
        <p:nvSpPr>
          <p:cNvPr id="163" name="Google Shape;163;p5"/>
          <p:cNvSpPr txBox="1"/>
          <p:nvPr/>
        </p:nvSpPr>
        <p:spPr>
          <a:xfrm>
            <a:off x="6096000" y="54203"/>
            <a:ext cx="4953000" cy="1330839"/>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400"/>
              <a:buFont typeface="Calibri"/>
              <a:buNone/>
            </a:pPr>
            <a:r>
              <a:rPr lang="en-US" sz="4400" b="1">
                <a:solidFill>
                  <a:schemeClr val="dk1"/>
                </a:solidFill>
                <a:latin typeface="Calibri"/>
                <a:ea typeface="Calibri"/>
                <a:cs typeface="Calibri"/>
                <a:sym typeface="Calibri"/>
              </a:rPr>
              <a:t>Dynamic Website</a:t>
            </a:r>
            <a:endParaRPr/>
          </a:p>
        </p:txBody>
      </p:sp>
      <p:sp>
        <p:nvSpPr>
          <p:cNvPr id="164" name="Google Shape;164;p5"/>
          <p:cNvSpPr txBox="1"/>
          <p:nvPr/>
        </p:nvSpPr>
        <p:spPr>
          <a:xfrm>
            <a:off x="6095999" y="1220927"/>
            <a:ext cx="5972504" cy="2294771"/>
          </a:xfrm>
          <a:prstGeom prst="rect">
            <a:avLst/>
          </a:prstGeom>
          <a:no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Clr>
                <a:schemeClr val="dk1"/>
              </a:buClr>
              <a:buSzPts val="2600"/>
              <a:buFont typeface="Arial"/>
              <a:buChar char="•"/>
            </a:pPr>
            <a:r>
              <a:rPr lang="en-US" sz="2600">
                <a:solidFill>
                  <a:schemeClr val="dk1"/>
                </a:solidFill>
                <a:latin typeface="Calibri"/>
                <a:ea typeface="Calibri"/>
                <a:cs typeface="Calibri"/>
                <a:sym typeface="Calibri"/>
              </a:rPr>
              <a:t>Dynamic website generate and update content in real-time based on user interactions or inputs from database (to store, retrieve information). </a:t>
            </a:r>
            <a:endParaRPr/>
          </a:p>
          <a:p>
            <a:pPr marL="228600" marR="0" lvl="0" indent="-228600" algn="l" rtl="0">
              <a:lnSpc>
                <a:spcPct val="90000"/>
              </a:lnSpc>
              <a:spcBef>
                <a:spcPts val="1000"/>
              </a:spcBef>
              <a:spcAft>
                <a:spcPts val="0"/>
              </a:spcAft>
              <a:buClr>
                <a:schemeClr val="dk1"/>
              </a:buClr>
              <a:buSzPts val="2600"/>
              <a:buFont typeface="Arial"/>
              <a:buChar char="•"/>
            </a:pPr>
            <a:r>
              <a:rPr lang="en-US" sz="2600">
                <a:solidFill>
                  <a:schemeClr val="dk1"/>
                </a:solidFill>
                <a:latin typeface="Calibri"/>
                <a:ea typeface="Calibri"/>
                <a:cs typeface="Calibri"/>
                <a:sym typeface="Calibri"/>
              </a:rPr>
              <a:t>Include interaction features like forms, dashboard or search function.</a:t>
            </a:r>
            <a:endParaRPr/>
          </a:p>
        </p:txBody>
      </p:sp>
      <p:pic>
        <p:nvPicPr>
          <p:cNvPr id="165" name="Google Shape;165;p5" descr="A diagram of a webpage&#10;&#10;Description automatically generated"/>
          <p:cNvPicPr preferRelativeResize="0"/>
          <p:nvPr/>
        </p:nvPicPr>
        <p:blipFill rotWithShape="1">
          <a:blip r:embed="rId4">
            <a:alphaModFix/>
          </a:blip>
          <a:srcRect/>
          <a:stretch/>
        </p:blipFill>
        <p:spPr>
          <a:xfrm>
            <a:off x="6631479" y="3667124"/>
            <a:ext cx="4198116" cy="2954010"/>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How Websites are Created</a:t>
            </a:r>
            <a:endParaRPr/>
          </a:p>
        </p:txBody>
      </p:sp>
      <p:sp>
        <p:nvSpPr>
          <p:cNvPr id="171" name="Google Shape;171;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pic>
        <p:nvPicPr>
          <p:cNvPr id="172" name="Google Shape;172;p6"/>
          <p:cNvPicPr preferRelativeResize="0"/>
          <p:nvPr/>
        </p:nvPicPr>
        <p:blipFill rotWithShape="1">
          <a:blip r:embed="rId3">
            <a:alphaModFix/>
          </a:blip>
          <a:srcRect/>
          <a:stretch/>
        </p:blipFill>
        <p:spPr>
          <a:xfrm>
            <a:off x="2415317" y="2075808"/>
            <a:ext cx="7361366" cy="299911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pic>
        <p:nvPicPr>
          <p:cNvPr id="177" name="Google Shape;177;p7"/>
          <p:cNvPicPr preferRelativeResize="0"/>
          <p:nvPr/>
        </p:nvPicPr>
        <p:blipFill rotWithShape="1">
          <a:blip r:embed="rId3">
            <a:alphaModFix/>
          </a:blip>
          <a:srcRect/>
          <a:stretch/>
        </p:blipFill>
        <p:spPr>
          <a:xfrm>
            <a:off x="469352" y="5795169"/>
            <a:ext cx="5010150" cy="942975"/>
          </a:xfrm>
          <a:prstGeom prst="rect">
            <a:avLst/>
          </a:prstGeom>
          <a:noFill/>
          <a:ln>
            <a:noFill/>
          </a:ln>
        </p:spPr>
      </p:pic>
      <p:sp>
        <p:nvSpPr>
          <p:cNvPr id="178" name="Google Shape;178;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
        <p:nvSpPr>
          <p:cNvPr id="179" name="Google Shape;179;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What is client-Server Model and Web Servers </a:t>
            </a:r>
            <a:endParaRPr/>
          </a:p>
        </p:txBody>
      </p:sp>
      <p:sp>
        <p:nvSpPr>
          <p:cNvPr id="180" name="Google Shape;180;p7"/>
          <p:cNvSpPr txBox="1">
            <a:spLocks noGrp="1"/>
          </p:cNvSpPr>
          <p:nvPr>
            <p:ph type="body" idx="1"/>
          </p:nvPr>
        </p:nvSpPr>
        <p:spPr>
          <a:xfrm>
            <a:off x="838200" y="1825625"/>
            <a:ext cx="10205545" cy="4351338"/>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lnSpc>
                <a:spcPct val="90000"/>
              </a:lnSpc>
              <a:spcBef>
                <a:spcPts val="0"/>
              </a:spcBef>
              <a:spcAft>
                <a:spcPts val="0"/>
              </a:spcAft>
              <a:buClr>
                <a:schemeClr val="dk1"/>
              </a:buClr>
              <a:buSzPct val="100000"/>
              <a:buNone/>
            </a:pPr>
            <a:r>
              <a:rPr lang="en-US" b="1"/>
              <a:t>The Client-Server Model</a:t>
            </a:r>
            <a:endParaRPr/>
          </a:p>
          <a:p>
            <a:pPr marL="228600" lvl="0" indent="-228600" algn="l" rtl="0">
              <a:lnSpc>
                <a:spcPct val="90000"/>
              </a:lnSpc>
              <a:spcBef>
                <a:spcPts val="1000"/>
              </a:spcBef>
              <a:spcAft>
                <a:spcPts val="0"/>
              </a:spcAft>
              <a:buClr>
                <a:schemeClr val="dk1"/>
              </a:buClr>
              <a:buSzPct val="100000"/>
              <a:buChar char="•"/>
            </a:pPr>
            <a:r>
              <a:rPr lang="en-US"/>
              <a:t>The client-server model is a way to structure communication between the client and server.</a:t>
            </a:r>
            <a:endParaRPr/>
          </a:p>
          <a:p>
            <a:pPr marL="625475" lvl="0" indent="-228599" algn="l" rtl="0">
              <a:lnSpc>
                <a:spcPct val="90000"/>
              </a:lnSpc>
              <a:spcBef>
                <a:spcPts val="1000"/>
              </a:spcBef>
              <a:spcAft>
                <a:spcPts val="0"/>
              </a:spcAft>
              <a:buClr>
                <a:schemeClr val="dk1"/>
              </a:buClr>
              <a:buSzPct val="100000"/>
              <a:buFont typeface="Calibri"/>
              <a:buAutoNum type="arabicPeriod"/>
            </a:pPr>
            <a:r>
              <a:rPr lang="en-US" b="1"/>
              <a:t>Client: </a:t>
            </a:r>
            <a:r>
              <a:rPr lang="en-US"/>
              <a:t>A client is a </a:t>
            </a:r>
            <a:r>
              <a:rPr lang="en-US">
                <a:solidFill>
                  <a:srgbClr val="FF0000"/>
                </a:solidFill>
              </a:rPr>
              <a:t>device</a:t>
            </a:r>
            <a:r>
              <a:rPr lang="en-US"/>
              <a:t> or </a:t>
            </a:r>
            <a:r>
              <a:rPr lang="en-US">
                <a:solidFill>
                  <a:srgbClr val="FF0000"/>
                </a:solidFill>
              </a:rPr>
              <a:t>application</a:t>
            </a:r>
            <a:r>
              <a:rPr lang="en-US"/>
              <a:t> typically a web browser that requests services or resources from a server. The client sends requests to the server and displays the server’s responses to the user.</a:t>
            </a:r>
            <a:endParaRPr/>
          </a:p>
          <a:p>
            <a:pPr marL="625475" lvl="0" indent="-228599" algn="l" rtl="0">
              <a:lnSpc>
                <a:spcPct val="90000"/>
              </a:lnSpc>
              <a:spcBef>
                <a:spcPts val="1000"/>
              </a:spcBef>
              <a:spcAft>
                <a:spcPts val="0"/>
              </a:spcAft>
              <a:buClr>
                <a:schemeClr val="dk1"/>
              </a:buClr>
              <a:buSzPct val="100000"/>
              <a:buFont typeface="Calibri"/>
              <a:buAutoNum type="arabicPeriod"/>
            </a:pPr>
            <a:r>
              <a:rPr lang="en-US" b="1"/>
              <a:t>Server: </a:t>
            </a:r>
            <a:r>
              <a:rPr lang="en-US"/>
              <a:t>A server is a powerful computer or software system that provides services, resources, or data to clients. It listens for incoming requests from clients, processes them, and sends back the appropriate responses.</a:t>
            </a:r>
            <a:endParaRPr/>
          </a:p>
          <a:p>
            <a:pPr marL="0" lvl="0" indent="0" algn="l" rtl="0">
              <a:lnSpc>
                <a:spcPct val="90000"/>
              </a:lnSpc>
              <a:spcBef>
                <a:spcPts val="1000"/>
              </a:spcBef>
              <a:spcAft>
                <a:spcPts val="0"/>
              </a:spcAft>
              <a:buClr>
                <a:schemeClr val="dk1"/>
              </a:buClr>
              <a:buSzPct val="100000"/>
              <a:buNone/>
            </a:pPr>
            <a:r>
              <a:rPr lang="en-US" b="1"/>
              <a:t>The Role of Web Servers</a:t>
            </a:r>
            <a:endParaRPr/>
          </a:p>
          <a:p>
            <a:pPr marL="228600" lvl="0" indent="-228600" algn="l" rtl="0">
              <a:lnSpc>
                <a:spcPct val="90000"/>
              </a:lnSpc>
              <a:spcBef>
                <a:spcPts val="1000"/>
              </a:spcBef>
              <a:spcAft>
                <a:spcPts val="0"/>
              </a:spcAft>
              <a:buClr>
                <a:schemeClr val="dk1"/>
              </a:buClr>
              <a:buSzPct val="100000"/>
              <a:buChar char="•"/>
            </a:pPr>
            <a:r>
              <a:rPr lang="en-US"/>
              <a:t>A web server is a specific type of server that hosts web pages and serves them to clients (web browsers) over the internet. Web servers handle HTTP requests from clients and return HTTP responses along with web page content.</a:t>
            </a:r>
            <a:endParaRPr/>
          </a:p>
          <a:p>
            <a:pPr marL="228600" lvl="0" indent="-77470" algn="l" rtl="0">
              <a:lnSpc>
                <a:spcPct val="90000"/>
              </a:lnSpc>
              <a:spcBef>
                <a:spcPts val="1000"/>
              </a:spcBef>
              <a:spcAft>
                <a:spcPts val="0"/>
              </a:spcAft>
              <a:buClr>
                <a:schemeClr val="dk1"/>
              </a:buClr>
              <a:buSzPct val="100000"/>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How The Web Works</a:t>
            </a:r>
            <a:endParaRPr/>
          </a:p>
        </p:txBody>
      </p:sp>
      <p:sp>
        <p:nvSpPr>
          <p:cNvPr id="186" name="Google Shape;186;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
        <p:nvSpPr>
          <p:cNvPr id="187" name="Google Shape;187;p8"/>
          <p:cNvSpPr txBox="1"/>
          <p:nvPr/>
        </p:nvSpPr>
        <p:spPr>
          <a:xfrm>
            <a:off x="995273" y="1690688"/>
            <a:ext cx="5502910" cy="1735732"/>
          </a:xfrm>
          <a:prstGeom prst="rect">
            <a:avLst/>
          </a:prstGeom>
          <a:noFill/>
          <a:ln>
            <a:noFill/>
          </a:ln>
        </p:spPr>
        <p:txBody>
          <a:bodyPr spcFirstLastPara="1" wrap="square" lIns="0" tIns="12050" rIns="0" bIns="0" anchor="ctr" anchorCtr="0">
            <a:spAutoFit/>
          </a:bodyPr>
          <a:lstStyle/>
          <a:p>
            <a:pPr marL="12700" marR="5080" lvl="0" indent="0" algn="l" rtl="0">
              <a:lnSpc>
                <a:spcPct val="100200"/>
              </a:lnSpc>
              <a:spcBef>
                <a:spcPts val="0"/>
              </a:spcBef>
              <a:spcAft>
                <a:spcPts val="0"/>
              </a:spcAft>
              <a:buClr>
                <a:schemeClr val="dk1"/>
              </a:buClr>
              <a:buSzPts val="2800"/>
              <a:buFont typeface="Calibri"/>
              <a:buNone/>
            </a:pPr>
            <a:r>
              <a:rPr lang="en-US" sz="2800" b="1">
                <a:solidFill>
                  <a:schemeClr val="dk1"/>
                </a:solidFill>
                <a:latin typeface="Calibri"/>
                <a:ea typeface="Calibri"/>
                <a:cs typeface="Calibri"/>
                <a:sym typeface="Calibri"/>
              </a:rPr>
              <a:t>When</a:t>
            </a:r>
            <a:r>
              <a:rPr lang="en-US" sz="2800" b="1">
                <a:solidFill>
                  <a:schemeClr val="dk1"/>
                </a:solidFill>
                <a:latin typeface="Times New Roman"/>
                <a:ea typeface="Times New Roman"/>
                <a:cs typeface="Times New Roman"/>
                <a:sym typeface="Times New Roman"/>
              </a:rPr>
              <a:t> </a:t>
            </a:r>
            <a:r>
              <a:rPr lang="en-US" sz="2800" b="1">
                <a:solidFill>
                  <a:schemeClr val="dk1"/>
                </a:solidFill>
                <a:latin typeface="Calibri"/>
                <a:ea typeface="Calibri"/>
                <a:cs typeface="Calibri"/>
                <a:sym typeface="Calibri"/>
              </a:rPr>
              <a:t>a</a:t>
            </a:r>
            <a:r>
              <a:rPr lang="en-US" sz="2800" b="1">
                <a:solidFill>
                  <a:schemeClr val="dk1"/>
                </a:solidFill>
                <a:latin typeface="Times New Roman"/>
                <a:ea typeface="Times New Roman"/>
                <a:cs typeface="Times New Roman"/>
                <a:sym typeface="Times New Roman"/>
              </a:rPr>
              <a:t> </a:t>
            </a:r>
            <a:r>
              <a:rPr lang="en-US" sz="2800" b="1">
                <a:solidFill>
                  <a:schemeClr val="dk1"/>
                </a:solidFill>
                <a:latin typeface="Calibri"/>
                <a:ea typeface="Calibri"/>
                <a:cs typeface="Calibri"/>
                <a:sym typeface="Calibri"/>
              </a:rPr>
              <a:t>web</a:t>
            </a:r>
            <a:r>
              <a:rPr lang="en-US" sz="2800" b="1">
                <a:solidFill>
                  <a:schemeClr val="dk1"/>
                </a:solidFill>
                <a:latin typeface="Times New Roman"/>
                <a:ea typeface="Times New Roman"/>
                <a:cs typeface="Times New Roman"/>
                <a:sym typeface="Times New Roman"/>
              </a:rPr>
              <a:t> </a:t>
            </a:r>
            <a:r>
              <a:rPr lang="en-US" sz="2800" b="1">
                <a:solidFill>
                  <a:schemeClr val="dk1"/>
                </a:solidFill>
                <a:latin typeface="Calibri"/>
                <a:ea typeface="Calibri"/>
                <a:cs typeface="Calibri"/>
                <a:sym typeface="Calibri"/>
              </a:rPr>
              <a:t>user</a:t>
            </a:r>
            <a:r>
              <a:rPr lang="en-US" sz="2800" b="1">
                <a:solidFill>
                  <a:schemeClr val="dk1"/>
                </a:solidFill>
                <a:latin typeface="Times New Roman"/>
                <a:ea typeface="Times New Roman"/>
                <a:cs typeface="Times New Roman"/>
                <a:sym typeface="Times New Roman"/>
              </a:rPr>
              <a:t> </a:t>
            </a:r>
            <a:r>
              <a:rPr lang="en-US" sz="2800" b="1">
                <a:solidFill>
                  <a:schemeClr val="dk1"/>
                </a:solidFill>
                <a:latin typeface="Calibri"/>
                <a:ea typeface="Calibri"/>
                <a:cs typeface="Calibri"/>
                <a:sym typeface="Calibri"/>
              </a:rPr>
              <a:t>in</a:t>
            </a:r>
            <a:r>
              <a:rPr lang="en-US" sz="2800" b="1">
                <a:solidFill>
                  <a:schemeClr val="dk1"/>
                </a:solidFill>
                <a:latin typeface="Times New Roman"/>
                <a:ea typeface="Times New Roman"/>
                <a:cs typeface="Times New Roman"/>
                <a:sym typeface="Times New Roman"/>
              </a:rPr>
              <a:t> </a:t>
            </a:r>
            <a:r>
              <a:rPr lang="en-US" sz="2800" b="1">
                <a:solidFill>
                  <a:schemeClr val="dk1"/>
                </a:solidFill>
                <a:latin typeface="Calibri"/>
                <a:ea typeface="Calibri"/>
                <a:cs typeface="Calibri"/>
                <a:sym typeface="Calibri"/>
              </a:rPr>
              <a:t>England</a:t>
            </a:r>
            <a:r>
              <a:rPr lang="en-US" sz="2800" b="1">
                <a:solidFill>
                  <a:schemeClr val="dk1"/>
                </a:solidFill>
                <a:latin typeface="Times New Roman"/>
                <a:ea typeface="Times New Roman"/>
                <a:cs typeface="Times New Roman"/>
                <a:sym typeface="Times New Roman"/>
              </a:rPr>
              <a:t> </a:t>
            </a:r>
            <a:r>
              <a:rPr lang="en-US" sz="2800" b="1">
                <a:solidFill>
                  <a:schemeClr val="dk1"/>
                </a:solidFill>
                <a:latin typeface="Calibri"/>
                <a:ea typeface="Calibri"/>
                <a:cs typeface="Calibri"/>
                <a:sym typeface="Calibri"/>
              </a:rPr>
              <a:t>wants</a:t>
            </a:r>
            <a:r>
              <a:rPr lang="en-US" sz="2800" b="1">
                <a:solidFill>
                  <a:schemeClr val="dk1"/>
                </a:solidFill>
                <a:latin typeface="Times New Roman"/>
                <a:ea typeface="Times New Roman"/>
                <a:cs typeface="Times New Roman"/>
                <a:sym typeface="Times New Roman"/>
              </a:rPr>
              <a:t> </a:t>
            </a:r>
            <a:r>
              <a:rPr lang="en-US" sz="2800" b="1">
                <a:solidFill>
                  <a:schemeClr val="dk1"/>
                </a:solidFill>
                <a:latin typeface="Calibri"/>
                <a:ea typeface="Calibri"/>
                <a:cs typeface="Calibri"/>
                <a:sym typeface="Calibri"/>
              </a:rPr>
              <a:t>to</a:t>
            </a:r>
            <a:r>
              <a:rPr lang="en-US" sz="2800" b="1">
                <a:solidFill>
                  <a:schemeClr val="dk1"/>
                </a:solidFill>
                <a:latin typeface="Times New Roman"/>
                <a:ea typeface="Times New Roman"/>
                <a:cs typeface="Times New Roman"/>
                <a:sym typeface="Times New Roman"/>
              </a:rPr>
              <a:t> </a:t>
            </a:r>
            <a:r>
              <a:rPr lang="en-US" sz="2800" b="1">
                <a:solidFill>
                  <a:schemeClr val="dk1"/>
                </a:solidFill>
                <a:latin typeface="Calibri"/>
                <a:ea typeface="Calibri"/>
                <a:cs typeface="Calibri"/>
                <a:sym typeface="Calibri"/>
              </a:rPr>
              <a:t>view</a:t>
            </a:r>
            <a:r>
              <a:rPr lang="en-US" sz="2800" b="1">
                <a:solidFill>
                  <a:schemeClr val="dk1"/>
                </a:solidFill>
                <a:latin typeface="Times New Roman"/>
                <a:ea typeface="Times New Roman"/>
                <a:cs typeface="Times New Roman"/>
                <a:sym typeface="Times New Roman"/>
              </a:rPr>
              <a:t> </a:t>
            </a:r>
            <a:r>
              <a:rPr lang="en-US" sz="2800" b="1">
                <a:solidFill>
                  <a:schemeClr val="dk1"/>
                </a:solidFill>
                <a:latin typeface="Calibri"/>
                <a:ea typeface="Calibri"/>
                <a:cs typeface="Calibri"/>
                <a:sym typeface="Calibri"/>
              </a:rPr>
              <a:t>the</a:t>
            </a:r>
            <a:r>
              <a:rPr lang="en-US" sz="2800" b="1">
                <a:solidFill>
                  <a:schemeClr val="dk1"/>
                </a:solidFill>
                <a:latin typeface="Times New Roman"/>
                <a:ea typeface="Times New Roman"/>
                <a:cs typeface="Times New Roman"/>
                <a:sym typeface="Times New Roman"/>
              </a:rPr>
              <a:t> </a:t>
            </a:r>
            <a:r>
              <a:rPr lang="en-US" sz="2800" b="1">
                <a:solidFill>
                  <a:schemeClr val="dk1"/>
                </a:solidFill>
                <a:latin typeface="Calibri"/>
                <a:ea typeface="Calibri"/>
                <a:cs typeface="Calibri"/>
                <a:sym typeface="Calibri"/>
              </a:rPr>
              <a:t>website</a:t>
            </a:r>
            <a:r>
              <a:rPr lang="en-US" sz="2800" b="1">
                <a:solidFill>
                  <a:schemeClr val="dk1"/>
                </a:solidFill>
                <a:latin typeface="Times New Roman"/>
                <a:ea typeface="Times New Roman"/>
                <a:cs typeface="Times New Roman"/>
                <a:sym typeface="Times New Roman"/>
              </a:rPr>
              <a:t> </a:t>
            </a:r>
            <a:r>
              <a:rPr lang="en-US" sz="2800" b="1">
                <a:solidFill>
                  <a:schemeClr val="dk1"/>
                </a:solidFill>
                <a:latin typeface="Calibri"/>
                <a:ea typeface="Calibri"/>
                <a:cs typeface="Calibri"/>
                <a:sym typeface="Calibri"/>
              </a:rPr>
              <a:t>of</a:t>
            </a:r>
            <a:r>
              <a:rPr lang="en-US" sz="2800" b="1">
                <a:solidFill>
                  <a:schemeClr val="dk1"/>
                </a:solidFill>
                <a:latin typeface="Times New Roman"/>
                <a:ea typeface="Times New Roman"/>
                <a:cs typeface="Times New Roman"/>
                <a:sym typeface="Times New Roman"/>
              </a:rPr>
              <a:t> </a:t>
            </a:r>
            <a:r>
              <a:rPr lang="en-US" sz="2800" b="1">
                <a:solidFill>
                  <a:schemeClr val="dk1"/>
                </a:solidFill>
                <a:latin typeface="Calibri"/>
                <a:ea typeface="Calibri"/>
                <a:cs typeface="Calibri"/>
                <a:sym typeface="Calibri"/>
              </a:rPr>
              <a:t>the</a:t>
            </a:r>
            <a:r>
              <a:rPr lang="en-US" sz="2800" b="1">
                <a:solidFill>
                  <a:schemeClr val="dk1"/>
                </a:solidFill>
                <a:latin typeface="Times New Roman"/>
                <a:ea typeface="Times New Roman"/>
                <a:cs typeface="Times New Roman"/>
                <a:sym typeface="Times New Roman"/>
              </a:rPr>
              <a:t> </a:t>
            </a:r>
            <a:r>
              <a:rPr lang="en-US" sz="2800" b="1">
                <a:solidFill>
                  <a:schemeClr val="dk1"/>
                </a:solidFill>
                <a:latin typeface="Calibri"/>
                <a:ea typeface="Calibri"/>
                <a:cs typeface="Calibri"/>
                <a:sym typeface="Calibri"/>
              </a:rPr>
              <a:t>Louvre</a:t>
            </a:r>
            <a:r>
              <a:rPr lang="en-US" sz="2800" b="1">
                <a:solidFill>
                  <a:schemeClr val="dk1"/>
                </a:solidFill>
                <a:latin typeface="Times New Roman"/>
                <a:ea typeface="Times New Roman"/>
                <a:cs typeface="Times New Roman"/>
                <a:sym typeface="Times New Roman"/>
              </a:rPr>
              <a:t> </a:t>
            </a:r>
            <a:r>
              <a:rPr lang="en-US" sz="2800" b="1">
                <a:solidFill>
                  <a:schemeClr val="dk1"/>
                </a:solidFill>
                <a:latin typeface="Calibri"/>
                <a:ea typeface="Calibri"/>
                <a:cs typeface="Calibri"/>
                <a:sym typeface="Calibri"/>
              </a:rPr>
              <a:t>art</a:t>
            </a:r>
            <a:r>
              <a:rPr lang="en-US" sz="2800" b="1">
                <a:solidFill>
                  <a:schemeClr val="dk1"/>
                </a:solidFill>
                <a:latin typeface="Times New Roman"/>
                <a:ea typeface="Times New Roman"/>
                <a:cs typeface="Times New Roman"/>
                <a:sym typeface="Times New Roman"/>
              </a:rPr>
              <a:t> </a:t>
            </a:r>
            <a:r>
              <a:rPr lang="en-US" sz="2800" b="1">
                <a:solidFill>
                  <a:schemeClr val="dk1"/>
                </a:solidFill>
                <a:latin typeface="Calibri"/>
                <a:ea typeface="Calibri"/>
                <a:cs typeface="Calibri"/>
                <a:sym typeface="Calibri"/>
              </a:rPr>
              <a:t>gallery</a:t>
            </a:r>
            <a:r>
              <a:rPr lang="en-US" sz="2800" b="1">
                <a:solidFill>
                  <a:schemeClr val="dk1"/>
                </a:solidFill>
                <a:latin typeface="Times New Roman"/>
                <a:ea typeface="Times New Roman"/>
                <a:cs typeface="Times New Roman"/>
                <a:sym typeface="Times New Roman"/>
              </a:rPr>
              <a:t> </a:t>
            </a:r>
            <a:r>
              <a:rPr lang="en-US" sz="2800" b="1">
                <a:solidFill>
                  <a:schemeClr val="dk1"/>
                </a:solidFill>
                <a:latin typeface="Calibri"/>
                <a:ea typeface="Calibri"/>
                <a:cs typeface="Calibri"/>
                <a:sym typeface="Calibri"/>
              </a:rPr>
              <a:t>in</a:t>
            </a:r>
            <a:r>
              <a:rPr lang="en-US" sz="2800" b="1">
                <a:solidFill>
                  <a:schemeClr val="dk1"/>
                </a:solidFill>
                <a:latin typeface="Times New Roman"/>
                <a:ea typeface="Times New Roman"/>
                <a:cs typeface="Times New Roman"/>
                <a:sym typeface="Times New Roman"/>
              </a:rPr>
              <a:t> </a:t>
            </a:r>
            <a:r>
              <a:rPr lang="en-US" sz="2800" b="1">
                <a:solidFill>
                  <a:schemeClr val="dk1"/>
                </a:solidFill>
                <a:latin typeface="Calibri"/>
                <a:ea typeface="Calibri"/>
                <a:cs typeface="Calibri"/>
                <a:sym typeface="Calibri"/>
              </a:rPr>
              <a:t>France</a:t>
            </a:r>
            <a:r>
              <a:rPr lang="en-US" sz="2800" b="1">
                <a:solidFill>
                  <a:schemeClr val="dk1"/>
                </a:solidFill>
                <a:latin typeface="Times New Roman"/>
                <a:ea typeface="Times New Roman"/>
                <a:cs typeface="Times New Roman"/>
                <a:sym typeface="Times New Roman"/>
              </a:rPr>
              <a:t> </a:t>
            </a:r>
            <a:r>
              <a:rPr lang="en-US" sz="2800" b="1">
                <a:solidFill>
                  <a:schemeClr val="dk1"/>
                </a:solidFill>
                <a:latin typeface="Calibri"/>
                <a:ea typeface="Calibri"/>
                <a:cs typeface="Calibri"/>
                <a:sym typeface="Calibri"/>
              </a:rPr>
              <a:t>which</a:t>
            </a:r>
            <a:r>
              <a:rPr lang="en-US" sz="2800" b="1">
                <a:solidFill>
                  <a:schemeClr val="dk1"/>
                </a:solidFill>
                <a:latin typeface="Times New Roman"/>
                <a:ea typeface="Times New Roman"/>
                <a:cs typeface="Times New Roman"/>
                <a:sym typeface="Times New Roman"/>
              </a:rPr>
              <a:t> </a:t>
            </a:r>
            <a:r>
              <a:rPr lang="en-US" sz="2800" b="1">
                <a:solidFill>
                  <a:schemeClr val="dk1"/>
                </a:solidFill>
                <a:latin typeface="Calibri"/>
                <a:ea typeface="Calibri"/>
                <a:cs typeface="Calibri"/>
                <a:sym typeface="Calibri"/>
              </a:rPr>
              <a:t>is</a:t>
            </a:r>
            <a:r>
              <a:rPr lang="en-US" sz="2800" b="1">
                <a:solidFill>
                  <a:schemeClr val="dk1"/>
                </a:solidFill>
                <a:latin typeface="Times New Roman"/>
                <a:ea typeface="Times New Roman"/>
                <a:cs typeface="Times New Roman"/>
                <a:sym typeface="Times New Roman"/>
              </a:rPr>
              <a:t> </a:t>
            </a:r>
            <a:r>
              <a:rPr lang="en-US" sz="2800" b="1">
                <a:solidFill>
                  <a:schemeClr val="dk1"/>
                </a:solidFill>
                <a:latin typeface="Calibri"/>
                <a:ea typeface="Calibri"/>
                <a:cs typeface="Calibri"/>
                <a:sym typeface="Calibri"/>
              </a:rPr>
              <a:t>located</a:t>
            </a:r>
            <a:r>
              <a:rPr lang="en-US" sz="2800" b="1">
                <a:solidFill>
                  <a:schemeClr val="dk1"/>
                </a:solidFill>
                <a:latin typeface="Times New Roman"/>
                <a:ea typeface="Times New Roman"/>
                <a:cs typeface="Times New Roman"/>
                <a:sym typeface="Times New Roman"/>
              </a:rPr>
              <a:t> </a:t>
            </a:r>
            <a:r>
              <a:rPr lang="en-US" sz="2800" b="1">
                <a:solidFill>
                  <a:schemeClr val="dk1"/>
                </a:solidFill>
                <a:latin typeface="Calibri"/>
                <a:ea typeface="Calibri"/>
                <a:cs typeface="Calibri"/>
                <a:sym typeface="Calibri"/>
              </a:rPr>
              <a:t>at</a:t>
            </a:r>
            <a:r>
              <a:rPr lang="en-US" sz="2800" b="1">
                <a:solidFill>
                  <a:schemeClr val="dk1"/>
                </a:solidFill>
                <a:latin typeface="Times New Roman"/>
                <a:ea typeface="Times New Roman"/>
                <a:cs typeface="Times New Roman"/>
                <a:sym typeface="Times New Roman"/>
              </a:rPr>
              <a:t> </a:t>
            </a:r>
            <a:r>
              <a:rPr lang="en-US" sz="2800" b="1" u="sng">
                <a:solidFill>
                  <a:schemeClr val="dk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www.louvre.fr.:</a:t>
            </a:r>
            <a:endParaRPr sz="2800" b="1" u="sng">
              <a:solidFill>
                <a:schemeClr val="dk1"/>
              </a:solidFill>
              <a:latin typeface="Calibri"/>
              <a:ea typeface="Calibri"/>
              <a:cs typeface="Calibri"/>
              <a:sym typeface="Calibri"/>
              <a:hlinkClick r:id="rId3">
                <a:extLst>
                  <a:ext uri="{A12FA001-AC4F-418D-AE19-62706E023703}">
                    <ahyp:hlinkClr xmlns:ahyp="http://schemas.microsoft.com/office/drawing/2018/hyperlinkcolor" val="tx"/>
                  </a:ext>
                </a:extLst>
              </a:hlinkClick>
            </a:endParaRPr>
          </a:p>
        </p:txBody>
      </p:sp>
      <p:sp>
        <p:nvSpPr>
          <p:cNvPr id="188" name="Google Shape;188;p8"/>
          <p:cNvSpPr txBox="1"/>
          <p:nvPr/>
        </p:nvSpPr>
        <p:spPr>
          <a:xfrm>
            <a:off x="992899" y="3617238"/>
            <a:ext cx="5419725" cy="1094105"/>
          </a:xfrm>
          <a:prstGeom prst="rect">
            <a:avLst/>
          </a:prstGeom>
          <a:noFill/>
          <a:ln>
            <a:noFill/>
          </a:ln>
        </p:spPr>
        <p:txBody>
          <a:bodyPr spcFirstLastPara="1" wrap="square" lIns="0" tIns="12700" rIns="0" bIns="0" anchor="t" anchorCtr="0">
            <a:spAutoFit/>
          </a:bodyPr>
          <a:lstStyle/>
          <a:p>
            <a:pPr marL="262255" marR="535940" lvl="0" indent="-250190" algn="l" rtl="0">
              <a:lnSpc>
                <a:spcPct val="100000"/>
              </a:lnSpc>
              <a:spcBef>
                <a:spcPts val="0"/>
              </a:spcBef>
              <a:spcAft>
                <a:spcPts val="0"/>
              </a:spcAft>
              <a:buClr>
                <a:schemeClr val="dk1"/>
              </a:buClr>
              <a:buSzPts val="1750"/>
              <a:buFont typeface="Arial"/>
              <a:buChar char="•"/>
            </a:pPr>
            <a:r>
              <a:rPr lang="en-US" sz="1750">
                <a:solidFill>
                  <a:schemeClr val="dk1"/>
                </a:solidFill>
                <a:latin typeface="Calibri"/>
                <a:ea typeface="Calibri"/>
                <a:cs typeface="Calibri"/>
                <a:sym typeface="Calibri"/>
              </a:rPr>
              <a:t>The</a:t>
            </a:r>
            <a:r>
              <a:rPr lang="en-US" sz="1750">
                <a:solidFill>
                  <a:schemeClr val="dk1"/>
                </a:solidFill>
                <a:latin typeface="Times New Roman"/>
                <a:ea typeface="Times New Roman"/>
                <a:cs typeface="Times New Roman"/>
                <a:sym typeface="Times New Roman"/>
              </a:rPr>
              <a:t> </a:t>
            </a:r>
            <a:r>
              <a:rPr lang="en-US" sz="1750">
                <a:solidFill>
                  <a:schemeClr val="dk1"/>
                </a:solidFill>
                <a:latin typeface="Calibri"/>
                <a:ea typeface="Calibri"/>
                <a:cs typeface="Calibri"/>
                <a:sym typeface="Calibri"/>
              </a:rPr>
              <a:t>browser</a:t>
            </a:r>
            <a:r>
              <a:rPr lang="en-US" sz="1750">
                <a:solidFill>
                  <a:schemeClr val="dk1"/>
                </a:solidFill>
                <a:latin typeface="Times New Roman"/>
                <a:ea typeface="Times New Roman"/>
                <a:cs typeface="Times New Roman"/>
                <a:sym typeface="Times New Roman"/>
              </a:rPr>
              <a:t> </a:t>
            </a:r>
            <a:r>
              <a:rPr lang="en-US" sz="1750">
                <a:solidFill>
                  <a:schemeClr val="dk1"/>
                </a:solidFill>
                <a:latin typeface="Calibri"/>
                <a:ea typeface="Calibri"/>
                <a:cs typeface="Calibri"/>
                <a:sym typeface="Calibri"/>
              </a:rPr>
              <a:t>in</a:t>
            </a:r>
            <a:r>
              <a:rPr lang="en-US" sz="1750">
                <a:solidFill>
                  <a:schemeClr val="dk1"/>
                </a:solidFill>
                <a:latin typeface="Times New Roman"/>
                <a:ea typeface="Times New Roman"/>
                <a:cs typeface="Times New Roman"/>
                <a:sym typeface="Times New Roman"/>
              </a:rPr>
              <a:t> </a:t>
            </a:r>
            <a:r>
              <a:rPr lang="en-US" sz="1750">
                <a:solidFill>
                  <a:schemeClr val="dk1"/>
                </a:solidFill>
                <a:latin typeface="Calibri"/>
                <a:ea typeface="Calibri"/>
                <a:cs typeface="Calibri"/>
                <a:sym typeface="Calibri"/>
              </a:rPr>
              <a:t>Cambridge</a:t>
            </a:r>
            <a:r>
              <a:rPr lang="en-US" sz="1750">
                <a:solidFill>
                  <a:schemeClr val="dk1"/>
                </a:solidFill>
                <a:latin typeface="Times New Roman"/>
                <a:ea typeface="Times New Roman"/>
                <a:cs typeface="Times New Roman"/>
                <a:sym typeface="Times New Roman"/>
              </a:rPr>
              <a:t> </a:t>
            </a:r>
            <a:r>
              <a:rPr lang="en-US" sz="1750">
                <a:solidFill>
                  <a:schemeClr val="dk1"/>
                </a:solidFill>
                <a:latin typeface="Calibri"/>
                <a:ea typeface="Calibri"/>
                <a:cs typeface="Calibri"/>
                <a:sym typeface="Calibri"/>
              </a:rPr>
              <a:t>contacts</a:t>
            </a:r>
            <a:r>
              <a:rPr lang="en-US" sz="1750">
                <a:solidFill>
                  <a:schemeClr val="dk1"/>
                </a:solidFill>
                <a:latin typeface="Times New Roman"/>
                <a:ea typeface="Times New Roman"/>
                <a:cs typeface="Times New Roman"/>
                <a:sym typeface="Times New Roman"/>
              </a:rPr>
              <a:t> </a:t>
            </a:r>
            <a:r>
              <a:rPr lang="en-US" sz="1750">
                <a:solidFill>
                  <a:schemeClr val="dk1"/>
                </a:solidFill>
                <a:latin typeface="Calibri"/>
                <a:ea typeface="Calibri"/>
                <a:cs typeface="Calibri"/>
                <a:sym typeface="Calibri"/>
              </a:rPr>
              <a:t>a</a:t>
            </a:r>
            <a:r>
              <a:rPr lang="en-US" sz="1750">
                <a:solidFill>
                  <a:schemeClr val="dk1"/>
                </a:solidFill>
                <a:latin typeface="Times New Roman"/>
                <a:ea typeface="Times New Roman"/>
                <a:cs typeface="Times New Roman"/>
                <a:sym typeface="Times New Roman"/>
              </a:rPr>
              <a:t> </a:t>
            </a:r>
            <a:r>
              <a:rPr lang="en-US" sz="1750">
                <a:solidFill>
                  <a:schemeClr val="dk1"/>
                </a:solidFill>
                <a:latin typeface="Calibri"/>
                <a:ea typeface="Calibri"/>
                <a:cs typeface="Calibri"/>
                <a:sym typeface="Calibri"/>
              </a:rPr>
              <a:t>DNS</a:t>
            </a:r>
            <a:r>
              <a:rPr lang="en-US" sz="1750">
                <a:solidFill>
                  <a:schemeClr val="dk1"/>
                </a:solidFill>
                <a:latin typeface="Times New Roman"/>
                <a:ea typeface="Times New Roman"/>
                <a:cs typeface="Times New Roman"/>
                <a:sym typeface="Times New Roman"/>
              </a:rPr>
              <a:t> </a:t>
            </a:r>
            <a:r>
              <a:rPr lang="en-US" sz="1750">
                <a:solidFill>
                  <a:schemeClr val="dk1"/>
                </a:solidFill>
                <a:latin typeface="Calibri"/>
                <a:ea typeface="Calibri"/>
                <a:cs typeface="Calibri"/>
                <a:sym typeface="Calibri"/>
              </a:rPr>
              <a:t>server</a:t>
            </a:r>
            <a:r>
              <a:rPr lang="en-US" sz="1750">
                <a:solidFill>
                  <a:schemeClr val="dk1"/>
                </a:solidFill>
                <a:latin typeface="Times New Roman"/>
                <a:ea typeface="Times New Roman"/>
                <a:cs typeface="Times New Roman"/>
                <a:sym typeface="Times New Roman"/>
              </a:rPr>
              <a:t> </a:t>
            </a:r>
            <a:r>
              <a:rPr lang="en-US" sz="1750">
                <a:solidFill>
                  <a:schemeClr val="dk1"/>
                </a:solidFill>
                <a:latin typeface="Calibri"/>
                <a:ea typeface="Calibri"/>
                <a:cs typeface="Calibri"/>
                <a:sym typeface="Calibri"/>
              </a:rPr>
              <a:t>in</a:t>
            </a:r>
            <a:r>
              <a:rPr lang="en-US" sz="1750">
                <a:solidFill>
                  <a:schemeClr val="dk1"/>
                </a:solidFill>
                <a:latin typeface="Times New Roman"/>
                <a:ea typeface="Times New Roman"/>
                <a:cs typeface="Times New Roman"/>
                <a:sym typeface="Times New Roman"/>
              </a:rPr>
              <a:t> </a:t>
            </a:r>
            <a:r>
              <a:rPr lang="en-US" sz="1750">
                <a:solidFill>
                  <a:schemeClr val="dk1"/>
                </a:solidFill>
                <a:latin typeface="Calibri"/>
                <a:ea typeface="Calibri"/>
                <a:cs typeface="Calibri"/>
                <a:sym typeface="Calibri"/>
              </a:rPr>
              <a:t>London.</a:t>
            </a:r>
            <a:endParaRPr sz="1750">
              <a:solidFill>
                <a:schemeClr val="dk1"/>
              </a:solidFill>
              <a:latin typeface="Calibri"/>
              <a:ea typeface="Calibri"/>
              <a:cs typeface="Calibri"/>
              <a:sym typeface="Calibri"/>
            </a:endParaRPr>
          </a:p>
          <a:p>
            <a:pPr marL="262255" marR="5080" lvl="0" indent="-250190" algn="l" rtl="0">
              <a:lnSpc>
                <a:spcPct val="100000"/>
              </a:lnSpc>
              <a:spcBef>
                <a:spcPts val="10"/>
              </a:spcBef>
              <a:spcAft>
                <a:spcPts val="0"/>
              </a:spcAft>
              <a:buClr>
                <a:schemeClr val="dk1"/>
              </a:buClr>
              <a:buSzPts val="1750"/>
              <a:buFont typeface="Arial"/>
              <a:buChar char="•"/>
            </a:pPr>
            <a:r>
              <a:rPr lang="en-US" sz="1750">
                <a:solidFill>
                  <a:schemeClr val="dk1"/>
                </a:solidFill>
                <a:latin typeface="Calibri"/>
                <a:ea typeface="Calibri"/>
                <a:cs typeface="Calibri"/>
                <a:sym typeface="Calibri"/>
              </a:rPr>
              <a:t>The</a:t>
            </a:r>
            <a:r>
              <a:rPr lang="en-US" sz="1750">
                <a:solidFill>
                  <a:schemeClr val="dk1"/>
                </a:solidFill>
                <a:latin typeface="Times New Roman"/>
                <a:ea typeface="Times New Roman"/>
                <a:cs typeface="Times New Roman"/>
                <a:sym typeface="Times New Roman"/>
              </a:rPr>
              <a:t> </a:t>
            </a:r>
            <a:r>
              <a:rPr lang="en-US" sz="1750">
                <a:solidFill>
                  <a:schemeClr val="dk1"/>
                </a:solidFill>
                <a:latin typeface="Calibri"/>
                <a:ea typeface="Calibri"/>
                <a:cs typeface="Calibri"/>
                <a:sym typeface="Calibri"/>
              </a:rPr>
              <a:t>DNS</a:t>
            </a:r>
            <a:r>
              <a:rPr lang="en-US" sz="1750">
                <a:solidFill>
                  <a:schemeClr val="dk1"/>
                </a:solidFill>
                <a:latin typeface="Times New Roman"/>
                <a:ea typeface="Times New Roman"/>
                <a:cs typeface="Times New Roman"/>
                <a:sym typeface="Times New Roman"/>
              </a:rPr>
              <a:t> </a:t>
            </a:r>
            <a:r>
              <a:rPr lang="en-US" sz="1750">
                <a:solidFill>
                  <a:schemeClr val="dk1"/>
                </a:solidFill>
                <a:latin typeface="Calibri"/>
                <a:ea typeface="Calibri"/>
                <a:cs typeface="Calibri"/>
                <a:sym typeface="Calibri"/>
              </a:rPr>
              <a:t>server</a:t>
            </a:r>
            <a:r>
              <a:rPr lang="en-US" sz="1750">
                <a:solidFill>
                  <a:schemeClr val="dk1"/>
                </a:solidFill>
                <a:latin typeface="Times New Roman"/>
                <a:ea typeface="Times New Roman"/>
                <a:cs typeface="Times New Roman"/>
                <a:sym typeface="Times New Roman"/>
              </a:rPr>
              <a:t> </a:t>
            </a:r>
            <a:r>
              <a:rPr lang="en-US" sz="1750">
                <a:solidFill>
                  <a:schemeClr val="dk1"/>
                </a:solidFill>
                <a:latin typeface="Calibri"/>
                <a:ea typeface="Calibri"/>
                <a:cs typeface="Calibri"/>
                <a:sym typeface="Calibri"/>
              </a:rPr>
              <a:t>then</a:t>
            </a:r>
            <a:r>
              <a:rPr lang="en-US" sz="1750">
                <a:solidFill>
                  <a:schemeClr val="dk1"/>
                </a:solidFill>
                <a:latin typeface="Times New Roman"/>
                <a:ea typeface="Times New Roman"/>
                <a:cs typeface="Times New Roman"/>
                <a:sym typeface="Times New Roman"/>
              </a:rPr>
              <a:t> </a:t>
            </a:r>
            <a:r>
              <a:rPr lang="en-US" sz="1750">
                <a:solidFill>
                  <a:schemeClr val="dk1"/>
                </a:solidFill>
                <a:latin typeface="Calibri"/>
                <a:ea typeface="Calibri"/>
                <a:cs typeface="Calibri"/>
                <a:sym typeface="Calibri"/>
              </a:rPr>
              <a:t>tells</a:t>
            </a:r>
            <a:r>
              <a:rPr lang="en-US" sz="1750">
                <a:solidFill>
                  <a:schemeClr val="dk1"/>
                </a:solidFill>
                <a:latin typeface="Times New Roman"/>
                <a:ea typeface="Times New Roman"/>
                <a:cs typeface="Times New Roman"/>
                <a:sym typeface="Times New Roman"/>
              </a:rPr>
              <a:t> </a:t>
            </a:r>
            <a:r>
              <a:rPr lang="en-US" sz="1750">
                <a:solidFill>
                  <a:schemeClr val="dk1"/>
                </a:solidFill>
                <a:latin typeface="Calibri"/>
                <a:ea typeface="Calibri"/>
                <a:cs typeface="Calibri"/>
                <a:sym typeface="Calibri"/>
              </a:rPr>
              <a:t>the</a:t>
            </a:r>
            <a:r>
              <a:rPr lang="en-US" sz="1750">
                <a:solidFill>
                  <a:schemeClr val="dk1"/>
                </a:solidFill>
                <a:latin typeface="Times New Roman"/>
                <a:ea typeface="Times New Roman"/>
                <a:cs typeface="Times New Roman"/>
                <a:sym typeface="Times New Roman"/>
              </a:rPr>
              <a:t> </a:t>
            </a:r>
            <a:r>
              <a:rPr lang="en-US" sz="1750">
                <a:solidFill>
                  <a:schemeClr val="dk1"/>
                </a:solidFill>
                <a:latin typeface="Calibri"/>
                <a:ea typeface="Calibri"/>
                <a:cs typeface="Calibri"/>
                <a:sym typeface="Calibri"/>
              </a:rPr>
              <a:t>browser</a:t>
            </a:r>
            <a:r>
              <a:rPr lang="en-US" sz="1750">
                <a:solidFill>
                  <a:schemeClr val="dk1"/>
                </a:solidFill>
                <a:latin typeface="Times New Roman"/>
                <a:ea typeface="Times New Roman"/>
                <a:cs typeface="Times New Roman"/>
                <a:sym typeface="Times New Roman"/>
              </a:rPr>
              <a:t> </a:t>
            </a:r>
            <a:r>
              <a:rPr lang="en-US" sz="1750">
                <a:solidFill>
                  <a:schemeClr val="dk1"/>
                </a:solidFill>
                <a:latin typeface="Calibri"/>
                <a:ea typeface="Calibri"/>
                <a:cs typeface="Calibri"/>
                <a:sym typeface="Calibri"/>
              </a:rPr>
              <a:t>the</a:t>
            </a:r>
            <a:r>
              <a:rPr lang="en-US" sz="1750">
                <a:solidFill>
                  <a:schemeClr val="dk1"/>
                </a:solidFill>
                <a:latin typeface="Times New Roman"/>
                <a:ea typeface="Times New Roman"/>
                <a:cs typeface="Times New Roman"/>
                <a:sym typeface="Times New Roman"/>
              </a:rPr>
              <a:t> </a:t>
            </a:r>
            <a:r>
              <a:rPr lang="en-US" sz="1750">
                <a:solidFill>
                  <a:schemeClr val="dk1"/>
                </a:solidFill>
                <a:latin typeface="Calibri"/>
                <a:ea typeface="Calibri"/>
                <a:cs typeface="Calibri"/>
                <a:sym typeface="Calibri"/>
              </a:rPr>
              <a:t>location</a:t>
            </a:r>
            <a:r>
              <a:rPr lang="en-US" sz="1750">
                <a:solidFill>
                  <a:schemeClr val="dk1"/>
                </a:solidFill>
                <a:latin typeface="Times New Roman"/>
                <a:ea typeface="Times New Roman"/>
                <a:cs typeface="Times New Roman"/>
                <a:sym typeface="Times New Roman"/>
              </a:rPr>
              <a:t> </a:t>
            </a:r>
            <a:r>
              <a:rPr lang="en-US" sz="1750">
                <a:solidFill>
                  <a:schemeClr val="dk1"/>
                </a:solidFill>
                <a:latin typeface="Calibri"/>
                <a:ea typeface="Calibri"/>
                <a:cs typeface="Calibri"/>
                <a:sym typeface="Calibri"/>
              </a:rPr>
              <a:t>of</a:t>
            </a:r>
            <a:r>
              <a:rPr lang="en-US" sz="1750">
                <a:solidFill>
                  <a:schemeClr val="dk1"/>
                </a:solidFill>
                <a:latin typeface="Times New Roman"/>
                <a:ea typeface="Times New Roman"/>
                <a:cs typeface="Times New Roman"/>
                <a:sym typeface="Times New Roman"/>
              </a:rPr>
              <a:t> </a:t>
            </a:r>
            <a:r>
              <a:rPr lang="en-US" sz="1750">
                <a:solidFill>
                  <a:schemeClr val="dk1"/>
                </a:solidFill>
                <a:latin typeface="Calibri"/>
                <a:ea typeface="Calibri"/>
                <a:cs typeface="Calibri"/>
                <a:sym typeface="Calibri"/>
              </a:rPr>
              <a:t>the</a:t>
            </a:r>
            <a:r>
              <a:rPr lang="en-US" sz="1750">
                <a:solidFill>
                  <a:schemeClr val="dk1"/>
                </a:solidFill>
                <a:latin typeface="Times New Roman"/>
                <a:ea typeface="Times New Roman"/>
                <a:cs typeface="Times New Roman"/>
                <a:sym typeface="Times New Roman"/>
              </a:rPr>
              <a:t> </a:t>
            </a:r>
            <a:r>
              <a:rPr lang="en-US" sz="1750">
                <a:solidFill>
                  <a:schemeClr val="dk1"/>
                </a:solidFill>
                <a:latin typeface="Calibri"/>
                <a:ea typeface="Calibri"/>
                <a:cs typeface="Calibri"/>
                <a:sym typeface="Calibri"/>
              </a:rPr>
              <a:t>web</a:t>
            </a:r>
            <a:r>
              <a:rPr lang="en-US" sz="1750">
                <a:solidFill>
                  <a:schemeClr val="dk1"/>
                </a:solidFill>
                <a:latin typeface="Times New Roman"/>
                <a:ea typeface="Times New Roman"/>
                <a:cs typeface="Times New Roman"/>
                <a:sym typeface="Times New Roman"/>
              </a:rPr>
              <a:t> </a:t>
            </a:r>
            <a:r>
              <a:rPr lang="en-US" sz="1750">
                <a:solidFill>
                  <a:schemeClr val="dk1"/>
                </a:solidFill>
                <a:latin typeface="Calibri"/>
                <a:ea typeface="Calibri"/>
                <a:cs typeface="Calibri"/>
                <a:sym typeface="Calibri"/>
              </a:rPr>
              <a:t>server</a:t>
            </a:r>
            <a:r>
              <a:rPr lang="en-US" sz="1750">
                <a:solidFill>
                  <a:schemeClr val="dk1"/>
                </a:solidFill>
                <a:latin typeface="Times New Roman"/>
                <a:ea typeface="Times New Roman"/>
                <a:cs typeface="Times New Roman"/>
                <a:sym typeface="Times New Roman"/>
              </a:rPr>
              <a:t> </a:t>
            </a:r>
            <a:r>
              <a:rPr lang="en-US" sz="1750">
                <a:solidFill>
                  <a:schemeClr val="dk1"/>
                </a:solidFill>
                <a:latin typeface="Calibri"/>
                <a:ea typeface="Calibri"/>
                <a:cs typeface="Calibri"/>
                <a:sym typeface="Calibri"/>
              </a:rPr>
              <a:t>hosting</a:t>
            </a:r>
            <a:r>
              <a:rPr lang="en-US" sz="1750">
                <a:solidFill>
                  <a:schemeClr val="dk1"/>
                </a:solidFill>
                <a:latin typeface="Times New Roman"/>
                <a:ea typeface="Times New Roman"/>
                <a:cs typeface="Times New Roman"/>
                <a:sym typeface="Times New Roman"/>
              </a:rPr>
              <a:t> </a:t>
            </a:r>
            <a:r>
              <a:rPr lang="en-US" sz="1750">
                <a:solidFill>
                  <a:schemeClr val="dk1"/>
                </a:solidFill>
                <a:latin typeface="Calibri"/>
                <a:ea typeface="Calibri"/>
                <a:cs typeface="Calibri"/>
                <a:sym typeface="Calibri"/>
              </a:rPr>
              <a:t>the</a:t>
            </a:r>
            <a:r>
              <a:rPr lang="en-US" sz="1750">
                <a:solidFill>
                  <a:schemeClr val="dk1"/>
                </a:solidFill>
                <a:latin typeface="Times New Roman"/>
                <a:ea typeface="Times New Roman"/>
                <a:cs typeface="Times New Roman"/>
                <a:sym typeface="Times New Roman"/>
              </a:rPr>
              <a:t> </a:t>
            </a:r>
            <a:r>
              <a:rPr lang="en-US" sz="1750">
                <a:solidFill>
                  <a:schemeClr val="dk1"/>
                </a:solidFill>
                <a:latin typeface="Calibri"/>
                <a:ea typeface="Calibri"/>
                <a:cs typeface="Calibri"/>
                <a:sym typeface="Calibri"/>
              </a:rPr>
              <a:t>site</a:t>
            </a:r>
            <a:r>
              <a:rPr lang="en-US" sz="1750">
                <a:solidFill>
                  <a:schemeClr val="dk1"/>
                </a:solidFill>
                <a:latin typeface="Times New Roman"/>
                <a:ea typeface="Times New Roman"/>
                <a:cs typeface="Times New Roman"/>
                <a:sym typeface="Times New Roman"/>
              </a:rPr>
              <a:t> </a:t>
            </a:r>
            <a:r>
              <a:rPr lang="en-US" sz="1750">
                <a:solidFill>
                  <a:schemeClr val="dk1"/>
                </a:solidFill>
                <a:latin typeface="Calibri"/>
                <a:ea typeface="Calibri"/>
                <a:cs typeface="Calibri"/>
                <a:sym typeface="Calibri"/>
              </a:rPr>
              <a:t>in</a:t>
            </a:r>
            <a:r>
              <a:rPr lang="en-US" sz="1750">
                <a:solidFill>
                  <a:schemeClr val="dk1"/>
                </a:solidFill>
                <a:latin typeface="Times New Roman"/>
                <a:ea typeface="Times New Roman"/>
                <a:cs typeface="Times New Roman"/>
                <a:sym typeface="Times New Roman"/>
              </a:rPr>
              <a:t> </a:t>
            </a:r>
            <a:r>
              <a:rPr lang="en-US" sz="1750">
                <a:solidFill>
                  <a:schemeClr val="dk1"/>
                </a:solidFill>
                <a:latin typeface="Calibri"/>
                <a:ea typeface="Calibri"/>
                <a:cs typeface="Calibri"/>
                <a:sym typeface="Calibri"/>
              </a:rPr>
              <a:t>Paris.</a:t>
            </a:r>
            <a:endParaRPr sz="1750">
              <a:solidFill>
                <a:schemeClr val="dk1"/>
              </a:solidFill>
              <a:latin typeface="Calibri"/>
              <a:ea typeface="Calibri"/>
              <a:cs typeface="Calibri"/>
              <a:sym typeface="Calibri"/>
            </a:endParaRPr>
          </a:p>
        </p:txBody>
      </p:sp>
      <p:pic>
        <p:nvPicPr>
          <p:cNvPr id="189" name="Google Shape;189;p8"/>
          <p:cNvPicPr preferRelativeResize="0"/>
          <p:nvPr/>
        </p:nvPicPr>
        <p:blipFill rotWithShape="1">
          <a:blip r:embed="rId4">
            <a:alphaModFix/>
          </a:blip>
          <a:srcRect/>
          <a:stretch/>
        </p:blipFill>
        <p:spPr>
          <a:xfrm>
            <a:off x="7282359" y="1815783"/>
            <a:ext cx="4332833" cy="268319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9"/>
          <p:cNvSpPr/>
          <p:nvPr/>
        </p:nvSpPr>
        <p:spPr>
          <a:xfrm>
            <a:off x="838200" y="2766218"/>
            <a:ext cx="10515600" cy="1325563"/>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6000"/>
              <a:buFont typeface="Calibri"/>
              <a:buNone/>
            </a:pPr>
            <a:r>
              <a:rPr lang="en-US" sz="6000" b="1">
                <a:solidFill>
                  <a:schemeClr val="dk1"/>
                </a:solidFill>
                <a:latin typeface="Calibri"/>
                <a:ea typeface="Calibri"/>
                <a:cs typeface="Calibri"/>
                <a:sym typeface="Calibri"/>
              </a:rPr>
              <a:t>Q &amp; A</a:t>
            </a:r>
            <a:endParaRPr sz="6000" b="1">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9"/>
        <p:cNvGrpSpPr/>
        <p:nvPr/>
      </p:nvGrpSpPr>
      <p:grpSpPr>
        <a:xfrm>
          <a:off x="0" y="0"/>
          <a:ext cx="0" cy="0"/>
          <a:chOff x="0" y="0"/>
          <a:chExt cx="0" cy="0"/>
        </a:xfrm>
      </p:grpSpPr>
      <p:sp>
        <p:nvSpPr>
          <p:cNvPr id="200" name="Google Shape;200;p10"/>
          <p:cNvSpPr/>
          <p:nvPr/>
        </p:nvSpPr>
        <p:spPr>
          <a:xfrm>
            <a:off x="3048" y="0"/>
            <a:ext cx="12188952" cy="68580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1" name="Google Shape;201;p10"/>
          <p:cNvSpPr/>
          <p:nvPr/>
        </p:nvSpPr>
        <p:spPr>
          <a:xfrm>
            <a:off x="0" y="0"/>
            <a:ext cx="12188952" cy="6858000"/>
          </a:xfrm>
          <a:prstGeom prst="rect">
            <a:avLst/>
          </a:prstGeom>
          <a:solidFill>
            <a:schemeClr val="dk1">
              <a:alpha val="52941"/>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202" name="Google Shape;202;p10"/>
          <p:cNvGrpSpPr/>
          <p:nvPr/>
        </p:nvGrpSpPr>
        <p:grpSpPr>
          <a:xfrm>
            <a:off x="1" y="2075420"/>
            <a:ext cx="12396066" cy="4440643"/>
            <a:chOff x="1" y="2075420"/>
            <a:chExt cx="12396066" cy="4440643"/>
          </a:xfrm>
        </p:grpSpPr>
        <p:sp>
          <p:nvSpPr>
            <p:cNvPr id="203" name="Google Shape;203;p10"/>
            <p:cNvSpPr/>
            <p:nvPr/>
          </p:nvSpPr>
          <p:spPr>
            <a:xfrm rot="4500000">
              <a:off x="7942191" y="2507571"/>
              <a:ext cx="3563871" cy="3563871"/>
            </a:xfrm>
            <a:prstGeom prst="ellipse">
              <a:avLst/>
            </a:prstGeom>
            <a:noFill/>
            <a:ln w="31750" cap="flat" cmpd="sng">
              <a:solidFill>
                <a:srgbClr val="8296B0">
                  <a:alpha val="9803"/>
                </a:srgbClr>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4" name="Google Shape;204;p10"/>
            <p:cNvSpPr/>
            <p:nvPr/>
          </p:nvSpPr>
          <p:spPr>
            <a:xfrm rot="-5400000">
              <a:off x="10435065" y="4048931"/>
              <a:ext cx="1381607" cy="1381607"/>
            </a:xfrm>
            <a:prstGeom prst="ellipse">
              <a:avLst/>
            </a:prstGeom>
            <a:noFill/>
            <a:ln w="31750" cap="flat" cmpd="sng">
              <a:solidFill>
                <a:srgbClr val="8296B0">
                  <a:alpha val="20000"/>
                </a:srgbClr>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5" name="Google Shape;205;p10"/>
            <p:cNvSpPr/>
            <p:nvPr/>
          </p:nvSpPr>
          <p:spPr>
            <a:xfrm rot="-5400000">
              <a:off x="1" y="2075420"/>
              <a:ext cx="3144364" cy="3144364"/>
            </a:xfrm>
            <a:prstGeom prst="ellipse">
              <a:avLst/>
            </a:prstGeom>
            <a:gradFill>
              <a:gsLst>
                <a:gs pos="0">
                  <a:srgbClr val="323F4F">
                    <a:alpha val="20000"/>
                  </a:srgbClr>
                </a:gs>
                <a:gs pos="100000">
                  <a:srgbClr val="222A35">
                    <a:alpha val="9803"/>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6" name="Google Shape;206;p10"/>
            <p:cNvSpPr/>
            <p:nvPr/>
          </p:nvSpPr>
          <p:spPr>
            <a:xfrm rot="-9000000">
              <a:off x="10150845" y="4270841"/>
              <a:ext cx="1897885" cy="1897885"/>
            </a:xfrm>
            <a:prstGeom prst="ellipse">
              <a:avLst/>
            </a:prstGeom>
            <a:gradFill>
              <a:gsLst>
                <a:gs pos="0">
                  <a:srgbClr val="323F4F">
                    <a:alpha val="9803"/>
                  </a:srgbClr>
                </a:gs>
                <a:gs pos="100000">
                  <a:srgbClr val="323F4F">
                    <a:alpha val="20000"/>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7" name="Google Shape;207;p10"/>
            <p:cNvSpPr/>
            <p:nvPr/>
          </p:nvSpPr>
          <p:spPr>
            <a:xfrm rot="4500000">
              <a:off x="2046780" y="3040492"/>
              <a:ext cx="2579322" cy="2579322"/>
            </a:xfrm>
            <a:prstGeom prst="ellipse">
              <a:avLst/>
            </a:prstGeom>
            <a:noFill/>
            <a:ln w="31750" cap="flat" cmpd="sng">
              <a:solidFill>
                <a:srgbClr val="8296B0">
                  <a:alpha val="20000"/>
                </a:srgbClr>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8" name="Google Shape;208;p10"/>
            <p:cNvSpPr/>
            <p:nvPr/>
          </p:nvSpPr>
          <p:spPr>
            <a:xfrm rot="4500000">
              <a:off x="2224640" y="3193975"/>
              <a:ext cx="2243193" cy="2243193"/>
            </a:xfrm>
            <a:prstGeom prst="ellipse">
              <a:avLst/>
            </a:prstGeom>
            <a:noFill/>
            <a:ln w="31750" cap="flat" cmpd="sng">
              <a:solidFill>
                <a:srgbClr val="8296B0">
                  <a:alpha val="9803"/>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09" name="Google Shape;209;p10"/>
          <p:cNvSpPr/>
          <p:nvPr/>
        </p:nvSpPr>
        <p:spPr>
          <a:xfrm rot="-5400000">
            <a:off x="10438146" y="1042605"/>
            <a:ext cx="2796461" cy="711252"/>
          </a:xfrm>
          <a:prstGeom prst="rect">
            <a:avLst/>
          </a:prstGeom>
          <a:gradFill>
            <a:gsLst>
              <a:gs pos="0">
                <a:srgbClr val="ACB8CA">
                  <a:alpha val="0"/>
                </a:srgbClr>
              </a:gs>
              <a:gs pos="100000">
                <a:srgbClr val="323F4F">
                  <a:alpha val="9803"/>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210" name="Google Shape;210;p10"/>
          <p:cNvGrpSpPr/>
          <p:nvPr/>
        </p:nvGrpSpPr>
        <p:grpSpPr>
          <a:xfrm>
            <a:off x="11259539" y="317578"/>
            <a:ext cx="548640" cy="549007"/>
            <a:chOff x="7029447" y="3514725"/>
            <a:chExt cx="1285875" cy="549007"/>
          </a:xfrm>
        </p:grpSpPr>
        <p:cxnSp>
          <p:nvCxnSpPr>
            <p:cNvPr id="211" name="Google Shape;211;p10"/>
            <p:cNvCxnSpPr/>
            <p:nvPr/>
          </p:nvCxnSpPr>
          <p:spPr>
            <a:xfrm>
              <a:off x="7029447" y="3514725"/>
              <a:ext cx="1285875" cy="0"/>
            </a:xfrm>
            <a:prstGeom prst="straightConnector1">
              <a:avLst/>
            </a:prstGeom>
            <a:noFill/>
            <a:ln w="31750" cap="rnd" cmpd="sng">
              <a:solidFill>
                <a:srgbClr val="8296B0">
                  <a:alpha val="40000"/>
                </a:srgbClr>
              </a:solidFill>
              <a:prstDash val="dot"/>
              <a:round/>
              <a:headEnd type="none" w="sm" len="sm"/>
              <a:tailEnd type="none" w="sm" len="sm"/>
            </a:ln>
          </p:spPr>
        </p:cxnSp>
        <p:cxnSp>
          <p:nvCxnSpPr>
            <p:cNvPr id="212" name="Google Shape;212;p10"/>
            <p:cNvCxnSpPr/>
            <p:nvPr/>
          </p:nvCxnSpPr>
          <p:spPr>
            <a:xfrm>
              <a:off x="7029447" y="3697727"/>
              <a:ext cx="1285875" cy="0"/>
            </a:xfrm>
            <a:prstGeom prst="straightConnector1">
              <a:avLst/>
            </a:prstGeom>
            <a:noFill/>
            <a:ln w="31750" cap="rnd" cmpd="sng">
              <a:solidFill>
                <a:srgbClr val="8296B0">
                  <a:alpha val="40000"/>
                </a:srgbClr>
              </a:solidFill>
              <a:prstDash val="dot"/>
              <a:round/>
              <a:headEnd type="none" w="sm" len="sm"/>
              <a:tailEnd type="none" w="sm" len="sm"/>
            </a:ln>
          </p:spPr>
        </p:cxnSp>
        <p:cxnSp>
          <p:nvCxnSpPr>
            <p:cNvPr id="213" name="Google Shape;213;p10"/>
            <p:cNvCxnSpPr/>
            <p:nvPr/>
          </p:nvCxnSpPr>
          <p:spPr>
            <a:xfrm>
              <a:off x="7029447" y="3880729"/>
              <a:ext cx="1285875" cy="0"/>
            </a:xfrm>
            <a:prstGeom prst="straightConnector1">
              <a:avLst/>
            </a:prstGeom>
            <a:noFill/>
            <a:ln w="31750" cap="rnd" cmpd="sng">
              <a:solidFill>
                <a:srgbClr val="8296B0">
                  <a:alpha val="40000"/>
                </a:srgbClr>
              </a:solidFill>
              <a:prstDash val="dot"/>
              <a:round/>
              <a:headEnd type="none" w="sm" len="sm"/>
              <a:tailEnd type="none" w="sm" len="sm"/>
            </a:ln>
          </p:spPr>
        </p:cxnSp>
        <p:cxnSp>
          <p:nvCxnSpPr>
            <p:cNvPr id="214" name="Google Shape;214;p10"/>
            <p:cNvCxnSpPr/>
            <p:nvPr/>
          </p:nvCxnSpPr>
          <p:spPr>
            <a:xfrm>
              <a:off x="7029447" y="4063732"/>
              <a:ext cx="1285875" cy="0"/>
            </a:xfrm>
            <a:prstGeom prst="straightConnector1">
              <a:avLst/>
            </a:prstGeom>
            <a:noFill/>
            <a:ln w="31750" cap="rnd" cmpd="sng">
              <a:solidFill>
                <a:srgbClr val="8296B0">
                  <a:alpha val="40000"/>
                </a:srgbClr>
              </a:solidFill>
              <a:prstDash val="dot"/>
              <a:round/>
              <a:headEnd type="none" w="sm" len="sm"/>
              <a:tailEnd type="none" w="sm" len="sm"/>
            </a:ln>
          </p:spPr>
        </p:cxnSp>
      </p:grpSp>
      <p:grpSp>
        <p:nvGrpSpPr>
          <p:cNvPr id="215" name="Google Shape;215;p10"/>
          <p:cNvGrpSpPr/>
          <p:nvPr/>
        </p:nvGrpSpPr>
        <p:grpSpPr>
          <a:xfrm rot="-5400000">
            <a:off x="474192" y="482489"/>
            <a:ext cx="304800" cy="429768"/>
            <a:chOff x="215328" y="-46937"/>
            <a:chExt cx="304800" cy="2773841"/>
          </a:xfrm>
        </p:grpSpPr>
        <p:cxnSp>
          <p:nvCxnSpPr>
            <p:cNvPr id="216" name="Google Shape;216;p10"/>
            <p:cNvCxnSpPr/>
            <p:nvPr/>
          </p:nvCxnSpPr>
          <p:spPr>
            <a:xfrm>
              <a:off x="215328" y="-46937"/>
              <a:ext cx="0" cy="2773841"/>
            </a:xfrm>
            <a:prstGeom prst="straightConnector1">
              <a:avLst/>
            </a:prstGeom>
            <a:noFill/>
            <a:ln w="25400" cap="flat" cmpd="sng">
              <a:solidFill>
                <a:srgbClr val="EFEFEF">
                  <a:alpha val="49803"/>
                </a:srgbClr>
              </a:solidFill>
              <a:prstDash val="dot"/>
              <a:miter lim="800000"/>
              <a:headEnd type="none" w="sm" len="sm"/>
              <a:tailEnd type="none" w="sm" len="sm"/>
            </a:ln>
          </p:spPr>
        </p:cxnSp>
        <p:cxnSp>
          <p:nvCxnSpPr>
            <p:cNvPr id="217" name="Google Shape;217;p10"/>
            <p:cNvCxnSpPr/>
            <p:nvPr/>
          </p:nvCxnSpPr>
          <p:spPr>
            <a:xfrm>
              <a:off x="316928" y="-46937"/>
              <a:ext cx="0" cy="2773841"/>
            </a:xfrm>
            <a:prstGeom prst="straightConnector1">
              <a:avLst/>
            </a:prstGeom>
            <a:noFill/>
            <a:ln w="25400" cap="flat" cmpd="sng">
              <a:solidFill>
                <a:srgbClr val="EFEFEF">
                  <a:alpha val="49803"/>
                </a:srgbClr>
              </a:solidFill>
              <a:prstDash val="dot"/>
              <a:miter lim="800000"/>
              <a:headEnd type="none" w="sm" len="sm"/>
              <a:tailEnd type="none" w="sm" len="sm"/>
            </a:ln>
          </p:spPr>
        </p:cxnSp>
        <p:cxnSp>
          <p:nvCxnSpPr>
            <p:cNvPr id="218" name="Google Shape;218;p10"/>
            <p:cNvCxnSpPr/>
            <p:nvPr/>
          </p:nvCxnSpPr>
          <p:spPr>
            <a:xfrm>
              <a:off x="418528" y="-46937"/>
              <a:ext cx="0" cy="2773841"/>
            </a:xfrm>
            <a:prstGeom prst="straightConnector1">
              <a:avLst/>
            </a:prstGeom>
            <a:noFill/>
            <a:ln w="25400" cap="flat" cmpd="sng">
              <a:solidFill>
                <a:srgbClr val="EFEFEF">
                  <a:alpha val="49803"/>
                </a:srgbClr>
              </a:solidFill>
              <a:prstDash val="dot"/>
              <a:miter lim="800000"/>
              <a:headEnd type="none" w="sm" len="sm"/>
              <a:tailEnd type="none" w="sm" len="sm"/>
            </a:ln>
          </p:spPr>
        </p:cxnSp>
        <p:cxnSp>
          <p:nvCxnSpPr>
            <p:cNvPr id="219" name="Google Shape;219;p10"/>
            <p:cNvCxnSpPr/>
            <p:nvPr/>
          </p:nvCxnSpPr>
          <p:spPr>
            <a:xfrm>
              <a:off x="520128" y="-46937"/>
              <a:ext cx="0" cy="2773841"/>
            </a:xfrm>
            <a:prstGeom prst="straightConnector1">
              <a:avLst/>
            </a:prstGeom>
            <a:noFill/>
            <a:ln w="25400" cap="flat" cmpd="sng">
              <a:solidFill>
                <a:srgbClr val="EFEFEF">
                  <a:alpha val="49803"/>
                </a:srgbClr>
              </a:solidFill>
              <a:prstDash val="dot"/>
              <a:miter lim="800000"/>
              <a:headEnd type="none" w="sm" len="sm"/>
              <a:tailEnd type="none" w="sm" len="sm"/>
            </a:ln>
          </p:spPr>
        </p:cxnSp>
      </p:grpSp>
      <p:sp>
        <p:nvSpPr>
          <p:cNvPr id="220" name="Google Shape;220;p10"/>
          <p:cNvSpPr/>
          <p:nvPr/>
        </p:nvSpPr>
        <p:spPr>
          <a:xfrm rot="10800000">
            <a:off x="-1" y="6140785"/>
            <a:ext cx="6095997" cy="711252"/>
          </a:xfrm>
          <a:prstGeom prst="rect">
            <a:avLst/>
          </a:prstGeom>
          <a:gradFill>
            <a:gsLst>
              <a:gs pos="0">
                <a:srgbClr val="222A35">
                  <a:alpha val="9803"/>
                </a:srgbClr>
              </a:gs>
              <a:gs pos="10000">
                <a:srgbClr val="222A35">
                  <a:alpha val="9803"/>
                </a:srgbClr>
              </a:gs>
              <a:gs pos="100000">
                <a:srgbClr val="8296B0">
                  <a:alpha val="0"/>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221" name="Google Shape;221;p10"/>
          <p:cNvGrpSpPr/>
          <p:nvPr/>
        </p:nvGrpSpPr>
        <p:grpSpPr>
          <a:xfrm rot="5400000">
            <a:off x="616345" y="5940560"/>
            <a:ext cx="1285875" cy="549007"/>
            <a:chOff x="7029447" y="3514725"/>
            <a:chExt cx="1285875" cy="549007"/>
          </a:xfrm>
        </p:grpSpPr>
        <p:cxnSp>
          <p:nvCxnSpPr>
            <p:cNvPr id="222" name="Google Shape;222;p10"/>
            <p:cNvCxnSpPr/>
            <p:nvPr/>
          </p:nvCxnSpPr>
          <p:spPr>
            <a:xfrm>
              <a:off x="7029447" y="3514725"/>
              <a:ext cx="1285875" cy="0"/>
            </a:xfrm>
            <a:prstGeom prst="straightConnector1">
              <a:avLst/>
            </a:prstGeom>
            <a:noFill/>
            <a:ln w="31750" cap="rnd" cmpd="sng">
              <a:solidFill>
                <a:srgbClr val="8296B0">
                  <a:alpha val="40000"/>
                </a:srgbClr>
              </a:solidFill>
              <a:prstDash val="dot"/>
              <a:round/>
              <a:headEnd type="none" w="sm" len="sm"/>
              <a:tailEnd type="none" w="sm" len="sm"/>
            </a:ln>
          </p:spPr>
        </p:cxnSp>
        <p:cxnSp>
          <p:nvCxnSpPr>
            <p:cNvPr id="223" name="Google Shape;223;p10"/>
            <p:cNvCxnSpPr/>
            <p:nvPr/>
          </p:nvCxnSpPr>
          <p:spPr>
            <a:xfrm>
              <a:off x="7029447" y="3697727"/>
              <a:ext cx="1285875" cy="0"/>
            </a:xfrm>
            <a:prstGeom prst="straightConnector1">
              <a:avLst/>
            </a:prstGeom>
            <a:noFill/>
            <a:ln w="31750" cap="rnd" cmpd="sng">
              <a:solidFill>
                <a:srgbClr val="8296B0">
                  <a:alpha val="40000"/>
                </a:srgbClr>
              </a:solidFill>
              <a:prstDash val="dot"/>
              <a:round/>
              <a:headEnd type="none" w="sm" len="sm"/>
              <a:tailEnd type="none" w="sm" len="sm"/>
            </a:ln>
          </p:spPr>
        </p:cxnSp>
        <p:cxnSp>
          <p:nvCxnSpPr>
            <p:cNvPr id="224" name="Google Shape;224;p10"/>
            <p:cNvCxnSpPr/>
            <p:nvPr/>
          </p:nvCxnSpPr>
          <p:spPr>
            <a:xfrm>
              <a:off x="7029447" y="3880729"/>
              <a:ext cx="1285875" cy="0"/>
            </a:xfrm>
            <a:prstGeom prst="straightConnector1">
              <a:avLst/>
            </a:prstGeom>
            <a:noFill/>
            <a:ln w="31750" cap="rnd" cmpd="sng">
              <a:solidFill>
                <a:srgbClr val="8296B0">
                  <a:alpha val="40000"/>
                </a:srgbClr>
              </a:solidFill>
              <a:prstDash val="dot"/>
              <a:round/>
              <a:headEnd type="none" w="sm" len="sm"/>
              <a:tailEnd type="none" w="sm" len="sm"/>
            </a:ln>
          </p:spPr>
        </p:cxnSp>
        <p:cxnSp>
          <p:nvCxnSpPr>
            <p:cNvPr id="225" name="Google Shape;225;p10"/>
            <p:cNvCxnSpPr/>
            <p:nvPr/>
          </p:nvCxnSpPr>
          <p:spPr>
            <a:xfrm>
              <a:off x="7029447" y="4063732"/>
              <a:ext cx="1285875" cy="0"/>
            </a:xfrm>
            <a:prstGeom prst="straightConnector1">
              <a:avLst/>
            </a:prstGeom>
            <a:noFill/>
            <a:ln w="31750" cap="rnd" cmpd="sng">
              <a:solidFill>
                <a:srgbClr val="8296B0">
                  <a:alpha val="40000"/>
                </a:srgbClr>
              </a:solidFill>
              <a:prstDash val="dot"/>
              <a:round/>
              <a:headEnd type="none" w="sm" len="sm"/>
              <a:tailEnd type="none" w="sm" len="sm"/>
            </a:ln>
          </p:spPr>
        </p:cxnSp>
      </p:grpSp>
      <p:sp>
        <p:nvSpPr>
          <p:cNvPr id="226" name="Google Shape;226;p10"/>
          <p:cNvSpPr txBox="1"/>
          <p:nvPr/>
        </p:nvSpPr>
        <p:spPr>
          <a:xfrm>
            <a:off x="411708" y="6100913"/>
            <a:ext cx="8534339" cy="572669"/>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None/>
            </a:pPr>
            <a:r>
              <a:rPr lang="en-US" sz="2000" b="0" i="0" u="none" strike="noStrike" cap="none">
                <a:solidFill>
                  <a:schemeClr val="lt1"/>
                </a:solidFill>
                <a:latin typeface="Calibri"/>
                <a:ea typeface="Calibri"/>
                <a:cs typeface="Calibri"/>
                <a:sym typeface="Calibri"/>
              </a:rPr>
              <a:t>Department of Information and Communications Technology, , IIUM</a:t>
            </a:r>
            <a:endParaRPr/>
          </a:p>
        </p:txBody>
      </p:sp>
      <p:sp>
        <p:nvSpPr>
          <p:cNvPr id="227" name="Google Shape;227;p10"/>
          <p:cNvSpPr txBox="1">
            <a:spLocks noGrp="1"/>
          </p:cNvSpPr>
          <p:nvPr>
            <p:ph type="ctrTitle"/>
          </p:nvPr>
        </p:nvSpPr>
        <p:spPr>
          <a:xfrm>
            <a:off x="712951" y="1959763"/>
            <a:ext cx="9793123" cy="212958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4800"/>
              <a:buFont typeface="Calibri"/>
              <a:buNone/>
            </a:pPr>
            <a:r>
              <a:rPr lang="en-US" sz="4800" b="1">
                <a:solidFill>
                  <a:schemeClr val="lt1"/>
                </a:solidFill>
              </a:rPr>
              <a:t>ICTF 0554 Web Technologies</a:t>
            </a:r>
            <a:br>
              <a:rPr lang="en-US" sz="4800" b="1">
                <a:solidFill>
                  <a:schemeClr val="lt1"/>
                </a:solidFill>
              </a:rPr>
            </a:br>
            <a:r>
              <a:rPr lang="en-US" sz="4800" b="1">
                <a:solidFill>
                  <a:schemeClr val="lt1"/>
                </a:solidFill>
              </a:rPr>
              <a:t>HTML - Introduction to HTML</a:t>
            </a:r>
            <a:endParaRPr/>
          </a:p>
        </p:txBody>
      </p:sp>
      <p:sp>
        <p:nvSpPr>
          <p:cNvPr id="228" name="Google Shape;228;p10"/>
          <p:cNvSpPr txBox="1"/>
          <p:nvPr/>
        </p:nvSpPr>
        <p:spPr>
          <a:xfrm>
            <a:off x="738555" y="3344562"/>
            <a:ext cx="73597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lt1"/>
                </a:solidFill>
                <a:latin typeface="Calibri"/>
                <a:ea typeface="Calibri"/>
                <a:cs typeface="Calibri"/>
                <a:sym typeface="Calibri"/>
              </a:rPr>
              <a:t>Part 2</a:t>
            </a:r>
            <a:endParaRPr sz="1800">
              <a:solidFill>
                <a:schemeClr val="lt1"/>
              </a:solidFill>
              <a:latin typeface="Calibri"/>
              <a:ea typeface="Calibri"/>
              <a:cs typeface="Calibri"/>
              <a:sym typeface="Calibri"/>
            </a:endParaRPr>
          </a:p>
        </p:txBody>
      </p:sp>
      <p:pic>
        <p:nvPicPr>
          <p:cNvPr id="229" name="Google Shape;229;p10"/>
          <p:cNvPicPr preferRelativeResize="0"/>
          <p:nvPr/>
        </p:nvPicPr>
        <p:blipFill rotWithShape="1">
          <a:blip r:embed="rId3">
            <a:alphaModFix/>
          </a:blip>
          <a:srcRect/>
          <a:stretch/>
        </p:blipFill>
        <p:spPr>
          <a:xfrm>
            <a:off x="8715408" y="2223422"/>
            <a:ext cx="1008718" cy="149047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4400">
                <a:latin typeface="Calibri"/>
                <a:ea typeface="Calibri"/>
                <a:cs typeface="Calibri"/>
                <a:sym typeface="Calibri"/>
              </a:rPr>
              <a:t>Contents</a:t>
            </a:r>
            <a:endParaRPr/>
          </a:p>
        </p:txBody>
      </p:sp>
      <p:sp>
        <p:nvSpPr>
          <p:cNvPr id="235" name="Google Shape;235;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312420" lvl="0" indent="-299720" algn="l" rtl="0">
              <a:lnSpc>
                <a:spcPct val="100000"/>
              </a:lnSpc>
              <a:spcBef>
                <a:spcPts val="0"/>
              </a:spcBef>
              <a:spcAft>
                <a:spcPts val="0"/>
              </a:spcAft>
              <a:buClr>
                <a:schemeClr val="dk1"/>
              </a:buClr>
              <a:buSzPts val="2800"/>
              <a:buFont typeface="Arial"/>
              <a:buChar char="•"/>
            </a:pPr>
            <a:r>
              <a:rPr lang="en-US" sz="2800">
                <a:latin typeface="Calibri"/>
                <a:ea typeface="Calibri"/>
                <a:cs typeface="Calibri"/>
                <a:sym typeface="Calibri"/>
              </a:rPr>
              <a:t>What</a:t>
            </a:r>
            <a:r>
              <a:rPr lang="en-US" sz="2800">
                <a:latin typeface="Times New Roman"/>
                <a:ea typeface="Times New Roman"/>
                <a:cs typeface="Times New Roman"/>
                <a:sym typeface="Times New Roman"/>
              </a:rPr>
              <a:t> </a:t>
            </a:r>
            <a:r>
              <a:rPr lang="en-US" sz="2800">
                <a:latin typeface="Calibri"/>
                <a:ea typeface="Calibri"/>
                <a:cs typeface="Calibri"/>
                <a:sym typeface="Calibri"/>
              </a:rPr>
              <a:t>will</a:t>
            </a:r>
            <a:r>
              <a:rPr lang="en-US" sz="2800">
                <a:latin typeface="Times New Roman"/>
                <a:ea typeface="Times New Roman"/>
                <a:cs typeface="Times New Roman"/>
                <a:sym typeface="Times New Roman"/>
              </a:rPr>
              <a:t> </a:t>
            </a:r>
            <a:r>
              <a:rPr lang="en-US" sz="2800">
                <a:latin typeface="Calibri"/>
                <a:ea typeface="Calibri"/>
                <a:cs typeface="Calibri"/>
                <a:sym typeface="Calibri"/>
              </a:rPr>
              <a:t>your</a:t>
            </a:r>
            <a:r>
              <a:rPr lang="en-US" sz="2800">
                <a:latin typeface="Times New Roman"/>
                <a:ea typeface="Times New Roman"/>
                <a:cs typeface="Times New Roman"/>
                <a:sym typeface="Times New Roman"/>
              </a:rPr>
              <a:t> </a:t>
            </a:r>
            <a:r>
              <a:rPr lang="en-US" sz="2800">
                <a:latin typeface="Calibri"/>
                <a:ea typeface="Calibri"/>
                <a:cs typeface="Calibri"/>
                <a:sym typeface="Calibri"/>
              </a:rPr>
              <a:t>website</a:t>
            </a:r>
            <a:r>
              <a:rPr lang="en-US" sz="2800">
                <a:latin typeface="Times New Roman"/>
                <a:ea typeface="Times New Roman"/>
                <a:cs typeface="Times New Roman"/>
                <a:sym typeface="Times New Roman"/>
              </a:rPr>
              <a:t> </a:t>
            </a:r>
            <a:r>
              <a:rPr lang="en-US" sz="2800">
                <a:latin typeface="Calibri"/>
                <a:ea typeface="Calibri"/>
                <a:cs typeface="Calibri"/>
                <a:sym typeface="Calibri"/>
              </a:rPr>
              <a:t>look</a:t>
            </a:r>
            <a:r>
              <a:rPr lang="en-US" sz="2800">
                <a:latin typeface="Times New Roman"/>
                <a:ea typeface="Times New Roman"/>
                <a:cs typeface="Times New Roman"/>
                <a:sym typeface="Times New Roman"/>
              </a:rPr>
              <a:t> </a:t>
            </a:r>
            <a:r>
              <a:rPr lang="en-US" sz="2800">
                <a:latin typeface="Calibri"/>
                <a:ea typeface="Calibri"/>
                <a:cs typeface="Calibri"/>
                <a:sym typeface="Calibri"/>
              </a:rPr>
              <a:t>like</a:t>
            </a:r>
            <a:endParaRPr>
              <a:latin typeface="Calibri"/>
              <a:ea typeface="Calibri"/>
              <a:cs typeface="Calibri"/>
              <a:sym typeface="Calibri"/>
            </a:endParaRPr>
          </a:p>
          <a:p>
            <a:pPr marL="312420" lvl="0" indent="-299720" algn="l" rtl="0">
              <a:lnSpc>
                <a:spcPct val="100000"/>
              </a:lnSpc>
              <a:spcBef>
                <a:spcPts val="100"/>
              </a:spcBef>
              <a:spcAft>
                <a:spcPts val="0"/>
              </a:spcAft>
              <a:buClr>
                <a:schemeClr val="dk1"/>
              </a:buClr>
              <a:buSzPts val="2800"/>
              <a:buFont typeface="Arial"/>
              <a:buChar char="•"/>
            </a:pPr>
            <a:r>
              <a:rPr lang="en-US" sz="2800">
                <a:latin typeface="Calibri"/>
                <a:ea typeface="Calibri"/>
                <a:cs typeface="Calibri"/>
                <a:sym typeface="Calibri"/>
              </a:rPr>
              <a:t>Dealing</a:t>
            </a:r>
            <a:r>
              <a:rPr lang="en-US" sz="2800">
                <a:latin typeface="Times New Roman"/>
                <a:ea typeface="Times New Roman"/>
                <a:cs typeface="Times New Roman"/>
                <a:sym typeface="Times New Roman"/>
              </a:rPr>
              <a:t> </a:t>
            </a:r>
            <a:r>
              <a:rPr lang="en-US" sz="2800">
                <a:latin typeface="Calibri"/>
                <a:ea typeface="Calibri"/>
                <a:cs typeface="Calibri"/>
                <a:sym typeface="Calibri"/>
              </a:rPr>
              <a:t>with</a:t>
            </a:r>
            <a:r>
              <a:rPr lang="en-US" sz="2800">
                <a:latin typeface="Times New Roman"/>
                <a:ea typeface="Times New Roman"/>
                <a:cs typeface="Times New Roman"/>
                <a:sym typeface="Times New Roman"/>
              </a:rPr>
              <a:t> </a:t>
            </a:r>
            <a:r>
              <a:rPr lang="en-US" sz="2800">
                <a:latin typeface="Calibri"/>
                <a:ea typeface="Calibri"/>
                <a:cs typeface="Calibri"/>
                <a:sym typeface="Calibri"/>
              </a:rPr>
              <a:t>files</a:t>
            </a:r>
            <a:endParaRPr>
              <a:latin typeface="Calibri"/>
              <a:ea typeface="Calibri"/>
              <a:cs typeface="Calibri"/>
              <a:sym typeface="Calibri"/>
            </a:endParaRPr>
          </a:p>
          <a:p>
            <a:pPr marL="312420" lvl="0" indent="-299720" algn="l" rtl="0">
              <a:lnSpc>
                <a:spcPct val="100000"/>
              </a:lnSpc>
              <a:spcBef>
                <a:spcPts val="100"/>
              </a:spcBef>
              <a:spcAft>
                <a:spcPts val="0"/>
              </a:spcAft>
              <a:buClr>
                <a:schemeClr val="dk1"/>
              </a:buClr>
              <a:buSzPts val="2800"/>
              <a:buFont typeface="Arial"/>
              <a:buChar char="•"/>
            </a:pPr>
            <a:r>
              <a:rPr lang="en-US" sz="2800">
                <a:latin typeface="Calibri"/>
                <a:ea typeface="Calibri"/>
                <a:cs typeface="Calibri"/>
                <a:sym typeface="Calibri"/>
              </a:rPr>
              <a:t>HTML</a:t>
            </a:r>
            <a:r>
              <a:rPr lang="en-US" sz="2800">
                <a:latin typeface="Times New Roman"/>
                <a:ea typeface="Times New Roman"/>
                <a:cs typeface="Times New Roman"/>
                <a:sym typeface="Times New Roman"/>
              </a:rPr>
              <a:t> </a:t>
            </a:r>
            <a:r>
              <a:rPr lang="en-US" sz="2800">
                <a:latin typeface="Calibri"/>
                <a:ea typeface="Calibri"/>
                <a:cs typeface="Calibri"/>
                <a:sym typeface="Calibri"/>
              </a:rPr>
              <a:t>basics</a:t>
            </a:r>
            <a:endParaRPr>
              <a:latin typeface="Calibri"/>
              <a:ea typeface="Calibri"/>
              <a:cs typeface="Calibri"/>
              <a:sym typeface="Calibri"/>
            </a:endParaRPr>
          </a:p>
          <a:p>
            <a:pPr marL="312420" lvl="0" indent="-299720" algn="l" rtl="0">
              <a:lnSpc>
                <a:spcPct val="100000"/>
              </a:lnSpc>
              <a:spcBef>
                <a:spcPts val="100"/>
              </a:spcBef>
              <a:spcAft>
                <a:spcPts val="0"/>
              </a:spcAft>
              <a:buClr>
                <a:schemeClr val="dk1"/>
              </a:buClr>
              <a:buSzPts val="2800"/>
              <a:buFont typeface="Arial"/>
              <a:buChar char="•"/>
            </a:pPr>
            <a:r>
              <a:rPr lang="en-US" sz="2800">
                <a:latin typeface="Calibri"/>
                <a:ea typeface="Calibri"/>
                <a:cs typeface="Calibri"/>
                <a:sym typeface="Calibri"/>
              </a:rPr>
              <a:t>Metadata</a:t>
            </a:r>
            <a:r>
              <a:rPr lang="en-US" sz="2800">
                <a:latin typeface="Times New Roman"/>
                <a:ea typeface="Times New Roman"/>
                <a:cs typeface="Times New Roman"/>
                <a:sym typeface="Times New Roman"/>
              </a:rPr>
              <a:t> </a:t>
            </a:r>
            <a:r>
              <a:rPr lang="en-US" sz="2800">
                <a:latin typeface="Calibri"/>
                <a:ea typeface="Calibri"/>
                <a:cs typeface="Calibri"/>
                <a:sym typeface="Calibri"/>
              </a:rPr>
              <a:t>in</a:t>
            </a:r>
            <a:r>
              <a:rPr lang="en-US" sz="2800">
                <a:latin typeface="Times New Roman"/>
                <a:ea typeface="Times New Roman"/>
                <a:cs typeface="Times New Roman"/>
                <a:sym typeface="Times New Roman"/>
              </a:rPr>
              <a:t> </a:t>
            </a:r>
            <a:r>
              <a:rPr lang="en-US" sz="2800">
                <a:latin typeface="Calibri"/>
                <a:ea typeface="Calibri"/>
                <a:cs typeface="Calibri"/>
                <a:sym typeface="Calibri"/>
              </a:rPr>
              <a:t>HTML</a:t>
            </a:r>
            <a:endParaRPr sz="2800">
              <a:latin typeface="Calibri"/>
              <a:ea typeface="Calibri"/>
              <a:cs typeface="Calibri"/>
              <a:sym typeface="Calibri"/>
            </a:endParaRPr>
          </a:p>
          <a:p>
            <a:pPr marL="0" lvl="0" indent="0" algn="l" rtl="0">
              <a:lnSpc>
                <a:spcPct val="90000"/>
              </a:lnSpc>
              <a:spcBef>
                <a:spcPts val="1000"/>
              </a:spcBef>
              <a:spcAft>
                <a:spcPts val="0"/>
              </a:spcAft>
              <a:buClr>
                <a:schemeClr val="dk1"/>
              </a:buClr>
              <a:buSzPts val="2800"/>
              <a:buNone/>
            </a:pPr>
            <a:endParaRPr/>
          </a:p>
        </p:txBody>
      </p:sp>
      <p:sp>
        <p:nvSpPr>
          <p:cNvPr id="236" name="Google Shape;236;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pic>
        <p:nvPicPr>
          <p:cNvPr id="237" name="Google Shape;237;p11"/>
          <p:cNvPicPr preferRelativeResize="0"/>
          <p:nvPr/>
        </p:nvPicPr>
        <p:blipFill rotWithShape="1">
          <a:blip r:embed="rId3">
            <a:alphaModFix/>
          </a:blip>
          <a:srcRect/>
          <a:stretch/>
        </p:blipFill>
        <p:spPr>
          <a:xfrm>
            <a:off x="6096000" y="3429000"/>
            <a:ext cx="1008718" cy="1490472"/>
          </a:xfrm>
          <a:prstGeom prst="rect">
            <a:avLst/>
          </a:prstGeom>
          <a:noFill/>
          <a:ln>
            <a:noFill/>
          </a:ln>
        </p:spPr>
      </p:pic>
      <p:pic>
        <p:nvPicPr>
          <p:cNvPr id="238" name="Google Shape;238;p11"/>
          <p:cNvPicPr preferRelativeResize="0"/>
          <p:nvPr/>
        </p:nvPicPr>
        <p:blipFill rotWithShape="1">
          <a:blip r:embed="rId4">
            <a:alphaModFix/>
          </a:blip>
          <a:srcRect/>
          <a:stretch/>
        </p:blipFill>
        <p:spPr>
          <a:xfrm>
            <a:off x="8088546" y="3595117"/>
            <a:ext cx="2822448" cy="121005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Web Development</a:t>
            </a:r>
            <a:endParaRPr/>
          </a:p>
        </p:txBody>
      </p:sp>
      <p:sp>
        <p:nvSpPr>
          <p:cNvPr id="244" name="Google Shape;244;p12"/>
          <p:cNvSpPr txBox="1">
            <a:spLocks noGrp="1"/>
          </p:cNvSpPr>
          <p:nvPr>
            <p:ph type="body" idx="1"/>
          </p:nvPr>
        </p:nvSpPr>
        <p:spPr>
          <a:xfrm>
            <a:off x="838200" y="1825625"/>
            <a:ext cx="6512511" cy="4351338"/>
          </a:xfrm>
          <a:prstGeom prst="rect">
            <a:avLst/>
          </a:prstGeom>
          <a:noFill/>
          <a:ln>
            <a:noFill/>
          </a:ln>
        </p:spPr>
        <p:txBody>
          <a:bodyPr spcFirstLastPara="1" wrap="square" lIns="91425" tIns="45700" rIns="91425" bIns="45700" anchor="t" anchorCtr="0">
            <a:normAutofit/>
          </a:bodyPr>
          <a:lstStyle/>
          <a:p>
            <a:pPr marL="514350" lvl="0" indent="-514350" algn="l" rtl="0">
              <a:lnSpc>
                <a:spcPct val="90000"/>
              </a:lnSpc>
              <a:spcBef>
                <a:spcPts val="0"/>
              </a:spcBef>
              <a:spcAft>
                <a:spcPts val="0"/>
              </a:spcAft>
              <a:buClr>
                <a:schemeClr val="dk1"/>
              </a:buClr>
              <a:buSzPts val="2400"/>
              <a:buFont typeface="Calibri"/>
              <a:buAutoNum type="arabicPeriod"/>
            </a:pPr>
            <a:r>
              <a:rPr lang="en-US" sz="2400" b="1"/>
              <a:t>Planning </a:t>
            </a:r>
            <a:endParaRPr/>
          </a:p>
          <a:p>
            <a:pPr marL="712788" lvl="0" indent="-228600" algn="l" rtl="0">
              <a:lnSpc>
                <a:spcPct val="90000"/>
              </a:lnSpc>
              <a:spcBef>
                <a:spcPts val="1000"/>
              </a:spcBef>
              <a:spcAft>
                <a:spcPts val="0"/>
              </a:spcAft>
              <a:buClr>
                <a:schemeClr val="dk1"/>
              </a:buClr>
              <a:buSzPts val="2400"/>
              <a:buFont typeface="Noto Sans Symbols"/>
              <a:buChar char="⮚"/>
            </a:pPr>
            <a:r>
              <a:rPr lang="en-US" sz="2400"/>
              <a:t>Software Development Life Cycle </a:t>
            </a:r>
            <a:endParaRPr/>
          </a:p>
          <a:p>
            <a:pPr marL="712788" lvl="0" indent="-228600" algn="l" rtl="0">
              <a:lnSpc>
                <a:spcPct val="90000"/>
              </a:lnSpc>
              <a:spcBef>
                <a:spcPts val="1000"/>
              </a:spcBef>
              <a:spcAft>
                <a:spcPts val="0"/>
              </a:spcAft>
              <a:buClr>
                <a:schemeClr val="dk1"/>
              </a:buClr>
              <a:buSzPts val="2400"/>
              <a:buFont typeface="Noto Sans Symbols"/>
              <a:buChar char="⮚"/>
            </a:pPr>
            <a:r>
              <a:rPr lang="en-US" sz="2400"/>
              <a:t>What is the content of your website?</a:t>
            </a:r>
            <a:endParaRPr/>
          </a:p>
          <a:p>
            <a:pPr marL="712788" lvl="0" indent="-228600" algn="l" rtl="0">
              <a:lnSpc>
                <a:spcPct val="90000"/>
              </a:lnSpc>
              <a:spcBef>
                <a:spcPts val="1000"/>
              </a:spcBef>
              <a:spcAft>
                <a:spcPts val="0"/>
              </a:spcAft>
              <a:buClr>
                <a:schemeClr val="dk1"/>
              </a:buClr>
              <a:buSzPts val="2400"/>
              <a:buFont typeface="Noto Sans Symbols"/>
              <a:buChar char="⮚"/>
            </a:pPr>
            <a:r>
              <a:rPr lang="en-US" sz="2400"/>
              <a:t> Who is your target audience?</a:t>
            </a:r>
            <a:endParaRPr/>
          </a:p>
          <a:p>
            <a:pPr marL="514350" lvl="0" indent="-514350" algn="l" rtl="0">
              <a:lnSpc>
                <a:spcPct val="90000"/>
              </a:lnSpc>
              <a:spcBef>
                <a:spcPts val="1000"/>
              </a:spcBef>
              <a:spcAft>
                <a:spcPts val="0"/>
              </a:spcAft>
              <a:buClr>
                <a:schemeClr val="dk1"/>
              </a:buClr>
              <a:buSzPts val="2400"/>
              <a:buFont typeface="Calibri"/>
              <a:buAutoNum type="arabicPeriod" startAt="2"/>
            </a:pPr>
            <a:r>
              <a:rPr lang="en-US" sz="2400" b="1"/>
              <a:t>UI Sketch</a:t>
            </a:r>
            <a:endParaRPr/>
          </a:p>
          <a:p>
            <a:pPr marL="712788" lvl="0" indent="-228600" algn="l" rtl="0">
              <a:lnSpc>
                <a:spcPct val="90000"/>
              </a:lnSpc>
              <a:spcBef>
                <a:spcPts val="1000"/>
              </a:spcBef>
              <a:spcAft>
                <a:spcPts val="0"/>
              </a:spcAft>
              <a:buClr>
                <a:schemeClr val="dk1"/>
              </a:buClr>
              <a:buSzPts val="2400"/>
              <a:buFont typeface="Noto Sans Symbols"/>
              <a:buChar char="⮚"/>
            </a:pPr>
            <a:r>
              <a:rPr lang="en-US" sz="2400"/>
              <a:t> Simple hand-drawn or digital focusing on the design of user interface elements.</a:t>
            </a:r>
            <a:endParaRPr/>
          </a:p>
          <a:p>
            <a:pPr marL="514350" lvl="0" indent="-514350" algn="l" rtl="0">
              <a:lnSpc>
                <a:spcPct val="90000"/>
              </a:lnSpc>
              <a:spcBef>
                <a:spcPts val="1000"/>
              </a:spcBef>
              <a:spcAft>
                <a:spcPts val="0"/>
              </a:spcAft>
              <a:buClr>
                <a:schemeClr val="dk1"/>
              </a:buClr>
              <a:buSzPts val="2400"/>
              <a:buFont typeface="Calibri"/>
              <a:buAutoNum type="arabicPeriod" startAt="3"/>
            </a:pPr>
            <a:r>
              <a:rPr lang="en-US" sz="2400" b="1"/>
              <a:t>Choose your assets and style </a:t>
            </a:r>
            <a:endParaRPr/>
          </a:p>
          <a:p>
            <a:pPr marL="712788" lvl="0" indent="-228600" algn="l" rtl="0">
              <a:lnSpc>
                <a:spcPct val="90000"/>
              </a:lnSpc>
              <a:spcBef>
                <a:spcPts val="1000"/>
              </a:spcBef>
              <a:spcAft>
                <a:spcPts val="0"/>
              </a:spcAft>
              <a:buClr>
                <a:schemeClr val="dk1"/>
              </a:buClr>
              <a:buSzPts val="2400"/>
              <a:buFont typeface="Noto Sans Symbols"/>
              <a:buChar char="⮚"/>
            </a:pPr>
            <a:r>
              <a:rPr lang="en-US" sz="2400" b="1"/>
              <a:t> </a:t>
            </a:r>
            <a:r>
              <a:rPr lang="en-US" sz="2400"/>
              <a:t>Choose your text, color, images, fonts</a:t>
            </a:r>
            <a:endParaRPr/>
          </a:p>
        </p:txBody>
      </p:sp>
      <p:sp>
        <p:nvSpPr>
          <p:cNvPr id="245" name="Google Shape;245;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grpSp>
        <p:nvGrpSpPr>
          <p:cNvPr id="246" name="Google Shape;246;p12"/>
          <p:cNvGrpSpPr/>
          <p:nvPr/>
        </p:nvGrpSpPr>
        <p:grpSpPr>
          <a:xfrm>
            <a:off x="7087127" y="4184137"/>
            <a:ext cx="4905302" cy="2468689"/>
            <a:chOff x="3890650" y="3602735"/>
            <a:chExt cx="6626351" cy="2825496"/>
          </a:xfrm>
        </p:grpSpPr>
        <p:pic>
          <p:nvPicPr>
            <p:cNvPr id="247" name="Google Shape;247;p12"/>
            <p:cNvPicPr preferRelativeResize="0"/>
            <p:nvPr/>
          </p:nvPicPr>
          <p:blipFill rotWithShape="1">
            <a:blip r:embed="rId3">
              <a:alphaModFix/>
            </a:blip>
            <a:srcRect/>
            <a:stretch/>
          </p:blipFill>
          <p:spPr>
            <a:xfrm>
              <a:off x="3890650" y="3602735"/>
              <a:ext cx="3814571" cy="2093976"/>
            </a:xfrm>
            <a:prstGeom prst="rect">
              <a:avLst/>
            </a:prstGeom>
            <a:noFill/>
            <a:ln>
              <a:noFill/>
            </a:ln>
          </p:spPr>
        </p:pic>
        <p:pic>
          <p:nvPicPr>
            <p:cNvPr id="248" name="Google Shape;248;p12"/>
            <p:cNvPicPr preferRelativeResize="0"/>
            <p:nvPr/>
          </p:nvPicPr>
          <p:blipFill rotWithShape="1">
            <a:blip r:embed="rId4">
              <a:alphaModFix/>
            </a:blip>
            <a:srcRect/>
            <a:stretch/>
          </p:blipFill>
          <p:spPr>
            <a:xfrm>
              <a:off x="7039234" y="4539996"/>
              <a:ext cx="3477767" cy="1888235"/>
            </a:xfrm>
            <a:prstGeom prst="rect">
              <a:avLst/>
            </a:prstGeom>
            <a:noFill/>
            <a:ln>
              <a:noFill/>
            </a:ln>
          </p:spPr>
        </p:pic>
        <p:sp>
          <p:nvSpPr>
            <p:cNvPr id="249" name="Google Shape;249;p12"/>
            <p:cNvSpPr/>
            <p:nvPr/>
          </p:nvSpPr>
          <p:spPr>
            <a:xfrm>
              <a:off x="5716402" y="5277611"/>
              <a:ext cx="1807845" cy="565785"/>
            </a:xfrm>
            <a:custGeom>
              <a:avLst/>
              <a:gdLst/>
              <a:ahLst/>
              <a:cxnLst/>
              <a:rect l="l" t="t" r="r" b="b"/>
              <a:pathLst>
                <a:path w="1807845" h="565785" extrusionOk="0">
                  <a:moveTo>
                    <a:pt x="1807463" y="283463"/>
                  </a:moveTo>
                  <a:lnTo>
                    <a:pt x="1525523" y="0"/>
                  </a:lnTo>
                  <a:lnTo>
                    <a:pt x="1525523" y="141731"/>
                  </a:lnTo>
                  <a:lnTo>
                    <a:pt x="0" y="141731"/>
                  </a:lnTo>
                  <a:lnTo>
                    <a:pt x="0" y="423671"/>
                  </a:lnTo>
                  <a:lnTo>
                    <a:pt x="1525523" y="423671"/>
                  </a:lnTo>
                  <a:lnTo>
                    <a:pt x="1525523" y="565403"/>
                  </a:lnTo>
                  <a:lnTo>
                    <a:pt x="1807463" y="283463"/>
                  </a:lnTo>
                  <a:close/>
                </a:path>
              </a:pathLst>
            </a:custGeom>
            <a:solidFill>
              <a:srgbClr val="FF65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0" name="Google Shape;250;p12"/>
            <p:cNvSpPr/>
            <p:nvPr/>
          </p:nvSpPr>
          <p:spPr>
            <a:xfrm>
              <a:off x="5711830" y="5265420"/>
              <a:ext cx="1819910" cy="591820"/>
            </a:xfrm>
            <a:custGeom>
              <a:avLst/>
              <a:gdLst/>
              <a:ahLst/>
              <a:cxnLst/>
              <a:rect l="l" t="t" r="r" b="b"/>
              <a:pathLst>
                <a:path w="1819909" h="591820" extrusionOk="0">
                  <a:moveTo>
                    <a:pt x="1530096" y="147828"/>
                  </a:moveTo>
                  <a:lnTo>
                    <a:pt x="0" y="147828"/>
                  </a:lnTo>
                  <a:lnTo>
                    <a:pt x="0" y="441960"/>
                  </a:lnTo>
                  <a:lnTo>
                    <a:pt x="4572" y="441960"/>
                  </a:lnTo>
                  <a:lnTo>
                    <a:pt x="4572" y="160020"/>
                  </a:lnTo>
                  <a:lnTo>
                    <a:pt x="10668" y="153924"/>
                  </a:lnTo>
                  <a:lnTo>
                    <a:pt x="10668" y="160020"/>
                  </a:lnTo>
                  <a:lnTo>
                    <a:pt x="1524000" y="160020"/>
                  </a:lnTo>
                  <a:lnTo>
                    <a:pt x="1524000" y="153924"/>
                  </a:lnTo>
                  <a:lnTo>
                    <a:pt x="1530096" y="147828"/>
                  </a:lnTo>
                  <a:close/>
                </a:path>
                <a:path w="1819909" h="591820" extrusionOk="0">
                  <a:moveTo>
                    <a:pt x="10668" y="160020"/>
                  </a:moveTo>
                  <a:lnTo>
                    <a:pt x="10668" y="153924"/>
                  </a:lnTo>
                  <a:lnTo>
                    <a:pt x="4572" y="160020"/>
                  </a:lnTo>
                  <a:lnTo>
                    <a:pt x="10668" y="160020"/>
                  </a:lnTo>
                  <a:close/>
                </a:path>
                <a:path w="1819909" h="591820" extrusionOk="0">
                  <a:moveTo>
                    <a:pt x="10668" y="431292"/>
                  </a:moveTo>
                  <a:lnTo>
                    <a:pt x="10668" y="160020"/>
                  </a:lnTo>
                  <a:lnTo>
                    <a:pt x="4572" y="160020"/>
                  </a:lnTo>
                  <a:lnTo>
                    <a:pt x="4572" y="431292"/>
                  </a:lnTo>
                  <a:lnTo>
                    <a:pt x="10668" y="431292"/>
                  </a:lnTo>
                  <a:close/>
                </a:path>
                <a:path w="1819909" h="591820" extrusionOk="0">
                  <a:moveTo>
                    <a:pt x="1534668" y="563929"/>
                  </a:moveTo>
                  <a:lnTo>
                    <a:pt x="1534668" y="431292"/>
                  </a:lnTo>
                  <a:lnTo>
                    <a:pt x="4572" y="431292"/>
                  </a:lnTo>
                  <a:lnTo>
                    <a:pt x="10668" y="435864"/>
                  </a:lnTo>
                  <a:lnTo>
                    <a:pt x="10668" y="441960"/>
                  </a:lnTo>
                  <a:lnTo>
                    <a:pt x="1524000" y="441960"/>
                  </a:lnTo>
                  <a:lnTo>
                    <a:pt x="1524000" y="435864"/>
                  </a:lnTo>
                  <a:lnTo>
                    <a:pt x="1530096" y="441960"/>
                  </a:lnTo>
                  <a:lnTo>
                    <a:pt x="1530096" y="568476"/>
                  </a:lnTo>
                  <a:lnTo>
                    <a:pt x="1534668" y="563929"/>
                  </a:lnTo>
                  <a:close/>
                </a:path>
                <a:path w="1819909" h="591820" extrusionOk="0">
                  <a:moveTo>
                    <a:pt x="10668" y="441960"/>
                  </a:moveTo>
                  <a:lnTo>
                    <a:pt x="10668" y="435864"/>
                  </a:lnTo>
                  <a:lnTo>
                    <a:pt x="4572" y="431292"/>
                  </a:lnTo>
                  <a:lnTo>
                    <a:pt x="4572" y="441960"/>
                  </a:lnTo>
                  <a:lnTo>
                    <a:pt x="10668" y="441960"/>
                  </a:lnTo>
                  <a:close/>
                </a:path>
                <a:path w="1819909" h="591820" extrusionOk="0">
                  <a:moveTo>
                    <a:pt x="1819656" y="295656"/>
                  </a:moveTo>
                  <a:lnTo>
                    <a:pt x="1524000" y="0"/>
                  </a:lnTo>
                  <a:lnTo>
                    <a:pt x="1524000" y="147828"/>
                  </a:lnTo>
                  <a:lnTo>
                    <a:pt x="1525524" y="147828"/>
                  </a:lnTo>
                  <a:lnTo>
                    <a:pt x="1525524" y="16764"/>
                  </a:lnTo>
                  <a:lnTo>
                    <a:pt x="1534668" y="12192"/>
                  </a:lnTo>
                  <a:lnTo>
                    <a:pt x="1534668" y="25858"/>
                  </a:lnTo>
                  <a:lnTo>
                    <a:pt x="1805157" y="294894"/>
                  </a:lnTo>
                  <a:lnTo>
                    <a:pt x="1808988" y="291084"/>
                  </a:lnTo>
                  <a:lnTo>
                    <a:pt x="1808988" y="306324"/>
                  </a:lnTo>
                  <a:lnTo>
                    <a:pt x="1819656" y="295656"/>
                  </a:lnTo>
                  <a:close/>
                </a:path>
                <a:path w="1819909" h="591820" extrusionOk="0">
                  <a:moveTo>
                    <a:pt x="1530096" y="160020"/>
                  </a:moveTo>
                  <a:lnTo>
                    <a:pt x="1530096" y="147828"/>
                  </a:lnTo>
                  <a:lnTo>
                    <a:pt x="1524000" y="153924"/>
                  </a:lnTo>
                  <a:lnTo>
                    <a:pt x="1524000" y="160020"/>
                  </a:lnTo>
                  <a:lnTo>
                    <a:pt x="1530096" y="160020"/>
                  </a:lnTo>
                  <a:close/>
                </a:path>
                <a:path w="1819909" h="591820" extrusionOk="0">
                  <a:moveTo>
                    <a:pt x="1530096" y="441960"/>
                  </a:moveTo>
                  <a:lnTo>
                    <a:pt x="1524000" y="435864"/>
                  </a:lnTo>
                  <a:lnTo>
                    <a:pt x="1524000" y="441960"/>
                  </a:lnTo>
                  <a:lnTo>
                    <a:pt x="1530096" y="441960"/>
                  </a:lnTo>
                  <a:close/>
                </a:path>
                <a:path w="1819909" h="591820" extrusionOk="0">
                  <a:moveTo>
                    <a:pt x="1530096" y="568476"/>
                  </a:moveTo>
                  <a:lnTo>
                    <a:pt x="1530096" y="441960"/>
                  </a:lnTo>
                  <a:lnTo>
                    <a:pt x="1524000" y="441960"/>
                  </a:lnTo>
                  <a:lnTo>
                    <a:pt x="1524000" y="591312"/>
                  </a:lnTo>
                  <a:lnTo>
                    <a:pt x="1525524" y="589788"/>
                  </a:lnTo>
                  <a:lnTo>
                    <a:pt x="1525524" y="573024"/>
                  </a:lnTo>
                  <a:lnTo>
                    <a:pt x="1530096" y="568476"/>
                  </a:lnTo>
                  <a:close/>
                </a:path>
                <a:path w="1819909" h="591820" extrusionOk="0">
                  <a:moveTo>
                    <a:pt x="1534668" y="25858"/>
                  </a:moveTo>
                  <a:lnTo>
                    <a:pt x="1534668" y="12192"/>
                  </a:lnTo>
                  <a:lnTo>
                    <a:pt x="1525524" y="16764"/>
                  </a:lnTo>
                  <a:lnTo>
                    <a:pt x="1534668" y="25858"/>
                  </a:lnTo>
                  <a:close/>
                </a:path>
                <a:path w="1819909" h="591820" extrusionOk="0">
                  <a:moveTo>
                    <a:pt x="1534668" y="160020"/>
                  </a:moveTo>
                  <a:lnTo>
                    <a:pt x="1534668" y="25858"/>
                  </a:lnTo>
                  <a:lnTo>
                    <a:pt x="1525524" y="16764"/>
                  </a:lnTo>
                  <a:lnTo>
                    <a:pt x="1525524" y="147828"/>
                  </a:lnTo>
                  <a:lnTo>
                    <a:pt x="1530096" y="147828"/>
                  </a:lnTo>
                  <a:lnTo>
                    <a:pt x="1530096" y="160020"/>
                  </a:lnTo>
                  <a:lnTo>
                    <a:pt x="1534668" y="160020"/>
                  </a:lnTo>
                  <a:close/>
                </a:path>
                <a:path w="1819909" h="591820" extrusionOk="0">
                  <a:moveTo>
                    <a:pt x="1808988" y="306324"/>
                  </a:moveTo>
                  <a:lnTo>
                    <a:pt x="1808988" y="298704"/>
                  </a:lnTo>
                  <a:lnTo>
                    <a:pt x="1805157" y="294894"/>
                  </a:lnTo>
                  <a:lnTo>
                    <a:pt x="1525524" y="573024"/>
                  </a:lnTo>
                  <a:lnTo>
                    <a:pt x="1534668" y="577596"/>
                  </a:lnTo>
                  <a:lnTo>
                    <a:pt x="1534668" y="580644"/>
                  </a:lnTo>
                  <a:lnTo>
                    <a:pt x="1808988" y="306324"/>
                  </a:lnTo>
                  <a:close/>
                </a:path>
                <a:path w="1819909" h="591820" extrusionOk="0">
                  <a:moveTo>
                    <a:pt x="1534668" y="580644"/>
                  </a:moveTo>
                  <a:lnTo>
                    <a:pt x="1534668" y="577596"/>
                  </a:lnTo>
                  <a:lnTo>
                    <a:pt x="1525524" y="573024"/>
                  </a:lnTo>
                  <a:lnTo>
                    <a:pt x="1525524" y="589788"/>
                  </a:lnTo>
                  <a:lnTo>
                    <a:pt x="1534668" y="580644"/>
                  </a:lnTo>
                  <a:close/>
                </a:path>
                <a:path w="1819909" h="591820" extrusionOk="0">
                  <a:moveTo>
                    <a:pt x="1808988" y="298704"/>
                  </a:moveTo>
                  <a:lnTo>
                    <a:pt x="1808988" y="291084"/>
                  </a:lnTo>
                  <a:lnTo>
                    <a:pt x="1805157" y="294894"/>
                  </a:lnTo>
                  <a:lnTo>
                    <a:pt x="1808988" y="298704"/>
                  </a:lnTo>
                  <a:close/>
                </a:path>
              </a:pathLst>
            </a:custGeom>
            <a:solidFill>
              <a:srgbClr val="40709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251" name="Google Shape;251;p12" descr="A diagram of a waterfall model&#10;&#10;AI-generated content may be incorrect."/>
          <p:cNvPicPr preferRelativeResize="0"/>
          <p:nvPr/>
        </p:nvPicPr>
        <p:blipFill rotWithShape="1">
          <a:blip r:embed="rId5">
            <a:alphaModFix/>
          </a:blip>
          <a:srcRect/>
          <a:stretch/>
        </p:blipFill>
        <p:spPr>
          <a:xfrm>
            <a:off x="7457081" y="800911"/>
            <a:ext cx="3921708" cy="313736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Project folder &amp; files</a:t>
            </a:r>
            <a:endParaRPr/>
          </a:p>
        </p:txBody>
      </p:sp>
      <p:sp>
        <p:nvSpPr>
          <p:cNvPr id="257" name="Google Shape;257;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a:t>index.html</a:t>
            </a:r>
            <a:br>
              <a:rPr lang="en-US"/>
            </a:br>
            <a:r>
              <a:rPr lang="en-US"/>
              <a:t>images folder</a:t>
            </a:r>
            <a:br>
              <a:rPr lang="en-US"/>
            </a:br>
            <a:r>
              <a:rPr lang="en-US"/>
              <a:t>CSS files/folder</a:t>
            </a:r>
            <a:br>
              <a:rPr lang="en-US"/>
            </a:br>
            <a:r>
              <a:rPr lang="en-US"/>
              <a:t>JavaScript files/folder</a:t>
            </a:r>
            <a:endParaRPr/>
          </a:p>
        </p:txBody>
      </p:sp>
      <p:sp>
        <p:nvSpPr>
          <p:cNvPr id="258" name="Google Shape;258;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pic>
        <p:nvPicPr>
          <p:cNvPr id="259" name="Google Shape;259;p13"/>
          <p:cNvPicPr preferRelativeResize="0"/>
          <p:nvPr/>
        </p:nvPicPr>
        <p:blipFill rotWithShape="1">
          <a:blip r:embed="rId3">
            <a:alphaModFix/>
          </a:blip>
          <a:srcRect/>
          <a:stretch/>
        </p:blipFill>
        <p:spPr>
          <a:xfrm>
            <a:off x="4618495" y="1646239"/>
            <a:ext cx="7165726" cy="2924606"/>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Hypertext Markup Language (HTML) </a:t>
            </a:r>
            <a:endParaRPr/>
          </a:p>
        </p:txBody>
      </p:sp>
      <p:sp>
        <p:nvSpPr>
          <p:cNvPr id="265" name="Google Shape;265;p14"/>
          <p:cNvSpPr txBox="1">
            <a:spLocks noGrp="1"/>
          </p:cNvSpPr>
          <p:nvPr>
            <p:ph type="body" idx="1"/>
          </p:nvPr>
        </p:nvSpPr>
        <p:spPr>
          <a:xfrm>
            <a:off x="838200" y="1825625"/>
            <a:ext cx="10685016"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600"/>
              <a:buChar char="•"/>
            </a:pPr>
            <a:r>
              <a:rPr lang="en-US" sz="2600"/>
              <a:t>HTML is </a:t>
            </a:r>
            <a:r>
              <a:rPr lang="en-US" sz="2600" b="1"/>
              <a:t>NOT</a:t>
            </a:r>
            <a:r>
              <a:rPr lang="en-US" sz="2600"/>
              <a:t> a programming language. It is a </a:t>
            </a:r>
            <a:r>
              <a:rPr lang="en-US" sz="2600" b="1"/>
              <a:t>markup language </a:t>
            </a:r>
            <a:r>
              <a:rPr lang="en-US" sz="2600"/>
              <a:t>used to structure and present content on the web. </a:t>
            </a:r>
            <a:endParaRPr/>
          </a:p>
          <a:p>
            <a:pPr marL="228600" lvl="0" indent="-228600" algn="l" rtl="0">
              <a:lnSpc>
                <a:spcPct val="90000"/>
              </a:lnSpc>
              <a:spcBef>
                <a:spcPts val="1000"/>
              </a:spcBef>
              <a:spcAft>
                <a:spcPts val="0"/>
              </a:spcAft>
              <a:buClr>
                <a:schemeClr val="dk1"/>
              </a:buClr>
              <a:buSzPts val="2600"/>
              <a:buChar char="•"/>
            </a:pPr>
            <a:r>
              <a:rPr lang="en-US" sz="2600"/>
              <a:t>It does not have logic or conditional statements. </a:t>
            </a:r>
            <a:endParaRPr/>
          </a:p>
          <a:p>
            <a:pPr marL="228600" lvl="0" indent="-228600" algn="l" rtl="0">
              <a:lnSpc>
                <a:spcPct val="90000"/>
              </a:lnSpc>
              <a:spcBef>
                <a:spcPts val="1000"/>
              </a:spcBef>
              <a:spcAft>
                <a:spcPts val="0"/>
              </a:spcAft>
              <a:buClr>
                <a:schemeClr val="dk1"/>
              </a:buClr>
              <a:buSzPts val="2600"/>
              <a:buChar char="•"/>
            </a:pPr>
            <a:r>
              <a:rPr lang="en-US" sz="2600"/>
              <a:t>HTML </a:t>
            </a:r>
            <a:r>
              <a:rPr lang="en-US" sz="2600" u="sng">
                <a:solidFill>
                  <a:schemeClr val="hlink"/>
                </a:solidFill>
                <a:hlinkClick r:id="rId3"/>
              </a:rPr>
              <a:t>Character set </a:t>
            </a:r>
            <a:r>
              <a:rPr lang="en-US" sz="2600"/>
              <a:t>use UTF-8, ASCII, ANSI, Windows-1252, etc.</a:t>
            </a:r>
            <a:endParaRPr/>
          </a:p>
          <a:p>
            <a:pPr marL="228600" lvl="0" indent="-228600" algn="l" rtl="0">
              <a:lnSpc>
                <a:spcPct val="90000"/>
              </a:lnSpc>
              <a:spcBef>
                <a:spcPts val="1000"/>
              </a:spcBef>
              <a:spcAft>
                <a:spcPts val="0"/>
              </a:spcAft>
              <a:buClr>
                <a:srgbClr val="1B1B1B"/>
              </a:buClr>
              <a:buSzPts val="2600"/>
              <a:buChar char="•"/>
            </a:pPr>
            <a:r>
              <a:rPr lang="en-US" sz="2600" b="0" i="0" u="none" strike="noStrike" cap="none">
                <a:solidFill>
                  <a:srgbClr val="1B1B1B"/>
                </a:solidFill>
              </a:rPr>
              <a:t>HTML markup includes special "elements" such as </a:t>
            </a:r>
            <a:r>
              <a:rPr lang="en-US" sz="2600" b="0" i="0" u="sng" strike="noStrike" cap="none">
                <a:solidFill>
                  <a:schemeClr val="dk1"/>
                </a:solidFill>
                <a:hlinkClick r:id="rId4">
                  <a:extLst>
                    <a:ext uri="{A12FA001-AC4F-418D-AE19-62706E023703}">
                      <ahyp:hlinkClr xmlns:ahyp="http://schemas.microsoft.com/office/drawing/2018/hyperlinkcolor" val="tx"/>
                    </a:ext>
                  </a:extLst>
                </a:hlinkClick>
              </a:rPr>
              <a:t>&lt;head&gt;</a:t>
            </a:r>
            <a:r>
              <a:rPr lang="en-US" sz="2600" b="0" i="0" u="none" strike="noStrike" cap="none">
                <a:solidFill>
                  <a:srgbClr val="1B1B1B"/>
                </a:solidFill>
              </a:rPr>
              <a:t>, </a:t>
            </a:r>
            <a:r>
              <a:rPr lang="en-US" sz="2600" b="0" i="0" u="sng" strike="noStrike" cap="none">
                <a:solidFill>
                  <a:schemeClr val="dk1"/>
                </a:solidFill>
                <a:hlinkClick r:id="rId5">
                  <a:extLst>
                    <a:ext uri="{A12FA001-AC4F-418D-AE19-62706E023703}">
                      <ahyp:hlinkClr xmlns:ahyp="http://schemas.microsoft.com/office/drawing/2018/hyperlinkcolor" val="tx"/>
                    </a:ext>
                  </a:extLst>
                </a:hlinkClick>
              </a:rPr>
              <a:t>&lt;title&gt;</a:t>
            </a:r>
            <a:r>
              <a:rPr lang="en-US" sz="2600" b="0" i="0" u="none" strike="noStrike" cap="none">
                <a:solidFill>
                  <a:srgbClr val="1B1B1B"/>
                </a:solidFill>
              </a:rPr>
              <a:t>, </a:t>
            </a:r>
            <a:br>
              <a:rPr lang="en-US" sz="2600" b="0" i="0" u="none" strike="noStrike" cap="none">
                <a:solidFill>
                  <a:srgbClr val="1B1B1B"/>
                </a:solidFill>
              </a:rPr>
            </a:br>
            <a:r>
              <a:rPr lang="en-US" sz="2600" b="0" i="0" u="sng" strike="noStrike" cap="none">
                <a:solidFill>
                  <a:schemeClr val="dk1"/>
                </a:solidFill>
                <a:hlinkClick r:id="rId6">
                  <a:extLst>
                    <a:ext uri="{A12FA001-AC4F-418D-AE19-62706E023703}">
                      <ahyp:hlinkClr xmlns:ahyp="http://schemas.microsoft.com/office/drawing/2018/hyperlinkcolor" val="tx"/>
                    </a:ext>
                  </a:extLst>
                </a:hlinkClick>
              </a:rPr>
              <a:t>&lt;body&gt;</a:t>
            </a:r>
            <a:r>
              <a:rPr lang="en-US" sz="2600" b="0" i="0" u="none" strike="noStrike" cap="none">
                <a:solidFill>
                  <a:srgbClr val="1B1B1B"/>
                </a:solidFill>
              </a:rPr>
              <a:t>, </a:t>
            </a:r>
            <a:r>
              <a:rPr lang="en-US" sz="2600" b="0" i="0" u="sng" strike="noStrike" cap="none">
                <a:solidFill>
                  <a:schemeClr val="dk1"/>
                </a:solidFill>
                <a:hlinkClick r:id="rId7">
                  <a:extLst>
                    <a:ext uri="{A12FA001-AC4F-418D-AE19-62706E023703}">
                      <ahyp:hlinkClr xmlns:ahyp="http://schemas.microsoft.com/office/drawing/2018/hyperlinkcolor" val="tx"/>
                    </a:ext>
                  </a:extLst>
                </a:hlinkClick>
              </a:rPr>
              <a:t>&lt;header&gt;</a:t>
            </a:r>
            <a:r>
              <a:rPr lang="en-US" sz="2600" b="0" i="0" u="none" strike="noStrike" cap="none">
                <a:solidFill>
                  <a:srgbClr val="1B1B1B"/>
                </a:solidFill>
              </a:rPr>
              <a:t>, </a:t>
            </a:r>
            <a:r>
              <a:rPr lang="en-US" sz="2600" b="0" i="0" u="sng" strike="noStrike" cap="none">
                <a:solidFill>
                  <a:schemeClr val="dk1"/>
                </a:solidFill>
                <a:hlinkClick r:id="rId8">
                  <a:extLst>
                    <a:ext uri="{A12FA001-AC4F-418D-AE19-62706E023703}">
                      <ahyp:hlinkClr xmlns:ahyp="http://schemas.microsoft.com/office/drawing/2018/hyperlinkcolor" val="tx"/>
                    </a:ext>
                  </a:extLst>
                </a:hlinkClick>
              </a:rPr>
              <a:t>&lt;footer&gt;</a:t>
            </a:r>
            <a:r>
              <a:rPr lang="en-US" sz="2600" b="0" i="0" u="none" strike="noStrike" cap="none">
                <a:solidFill>
                  <a:srgbClr val="1B1B1B"/>
                </a:solidFill>
              </a:rPr>
              <a:t>, </a:t>
            </a:r>
            <a:r>
              <a:rPr lang="en-US" sz="2600" b="0" i="0" u="sng" strike="noStrike" cap="none">
                <a:solidFill>
                  <a:schemeClr val="dk1"/>
                </a:solidFill>
                <a:hlinkClick r:id="rId9">
                  <a:extLst>
                    <a:ext uri="{A12FA001-AC4F-418D-AE19-62706E023703}">
                      <ahyp:hlinkClr xmlns:ahyp="http://schemas.microsoft.com/office/drawing/2018/hyperlinkcolor" val="tx"/>
                    </a:ext>
                  </a:extLst>
                </a:hlinkClick>
              </a:rPr>
              <a:t>&lt;section&gt;</a:t>
            </a:r>
            <a:r>
              <a:rPr lang="en-US" sz="2600" b="0" i="0" u="none" strike="noStrike" cap="none">
                <a:solidFill>
                  <a:srgbClr val="1B1B1B"/>
                </a:solidFill>
              </a:rPr>
              <a:t>, </a:t>
            </a:r>
            <a:r>
              <a:rPr lang="en-US" sz="2600" b="0" i="0" u="sng" strike="noStrike" cap="none">
                <a:solidFill>
                  <a:schemeClr val="dk1"/>
                </a:solidFill>
                <a:hlinkClick r:id="rId10">
                  <a:extLst>
                    <a:ext uri="{A12FA001-AC4F-418D-AE19-62706E023703}">
                      <ahyp:hlinkClr xmlns:ahyp="http://schemas.microsoft.com/office/drawing/2018/hyperlinkcolor" val="tx"/>
                    </a:ext>
                  </a:extLst>
                </a:hlinkClick>
              </a:rPr>
              <a:t>&lt;p&gt;</a:t>
            </a:r>
            <a:r>
              <a:rPr lang="en-US" sz="2600" b="0" i="0" u="none" strike="noStrike" cap="none">
                <a:solidFill>
                  <a:srgbClr val="1B1B1B"/>
                </a:solidFill>
              </a:rPr>
              <a:t>, </a:t>
            </a:r>
            <a:r>
              <a:rPr lang="en-US" sz="2600" b="0" i="0" u="sng" strike="noStrike" cap="none">
                <a:solidFill>
                  <a:schemeClr val="dk1"/>
                </a:solidFill>
                <a:hlinkClick r:id="rId11">
                  <a:extLst>
                    <a:ext uri="{A12FA001-AC4F-418D-AE19-62706E023703}">
                      <ahyp:hlinkClr xmlns:ahyp="http://schemas.microsoft.com/office/drawing/2018/hyperlinkcolor" val="tx"/>
                    </a:ext>
                  </a:extLst>
                </a:hlinkClick>
              </a:rPr>
              <a:t>&lt;div&gt;</a:t>
            </a:r>
            <a:r>
              <a:rPr lang="en-US" sz="2600" b="0" i="0" u="none" strike="noStrike" cap="none">
                <a:solidFill>
                  <a:srgbClr val="1B1B1B"/>
                </a:solidFill>
              </a:rPr>
              <a:t>, </a:t>
            </a:r>
            <a:r>
              <a:rPr lang="en-US" sz="2600" b="0" i="0" u="sng" strike="noStrike" cap="none">
                <a:solidFill>
                  <a:schemeClr val="dk1"/>
                </a:solidFill>
                <a:hlinkClick r:id="rId12">
                  <a:extLst>
                    <a:ext uri="{A12FA001-AC4F-418D-AE19-62706E023703}">
                      <ahyp:hlinkClr xmlns:ahyp="http://schemas.microsoft.com/office/drawing/2018/hyperlinkcolor" val="tx"/>
                    </a:ext>
                  </a:extLst>
                </a:hlinkClick>
              </a:rPr>
              <a:t>&lt;span&gt;</a:t>
            </a:r>
            <a:r>
              <a:rPr lang="en-US" sz="2600" b="0" i="0" u="none" strike="noStrike" cap="none">
                <a:solidFill>
                  <a:srgbClr val="1B1B1B"/>
                </a:solidFill>
              </a:rPr>
              <a:t>, </a:t>
            </a:r>
            <a:r>
              <a:rPr lang="en-US" sz="2600" b="0" i="0" u="sng" strike="noStrike" cap="none">
                <a:solidFill>
                  <a:schemeClr val="dk1"/>
                </a:solidFill>
                <a:hlinkClick r:id="rId13">
                  <a:extLst>
                    <a:ext uri="{A12FA001-AC4F-418D-AE19-62706E023703}">
                      <ahyp:hlinkClr xmlns:ahyp="http://schemas.microsoft.com/office/drawing/2018/hyperlinkcolor" val="tx"/>
                    </a:ext>
                  </a:extLst>
                </a:hlinkClick>
              </a:rPr>
              <a:t>&lt;img&gt;</a:t>
            </a:r>
            <a:r>
              <a:rPr lang="en-US" sz="2600" b="0" i="0" u="none" strike="noStrike" cap="none">
                <a:solidFill>
                  <a:srgbClr val="1B1B1B"/>
                </a:solidFill>
              </a:rPr>
              <a:t>, </a:t>
            </a:r>
            <a:r>
              <a:rPr lang="en-US" sz="2600" b="0" i="0" u="sng" strike="noStrike" cap="none">
                <a:solidFill>
                  <a:schemeClr val="dk1"/>
                </a:solidFill>
                <a:hlinkClick r:id="rId14">
                  <a:extLst>
                    <a:ext uri="{A12FA001-AC4F-418D-AE19-62706E023703}">
                      <ahyp:hlinkClr xmlns:ahyp="http://schemas.microsoft.com/office/drawing/2018/hyperlinkcolor" val="tx"/>
                    </a:ext>
                  </a:extLst>
                </a:hlinkClick>
              </a:rPr>
              <a:t>&lt;audio&gt;</a:t>
            </a:r>
            <a:r>
              <a:rPr lang="en-US" sz="2600" b="0" i="0" u="none" strike="noStrike" cap="none">
                <a:solidFill>
                  <a:srgbClr val="1B1B1B"/>
                </a:solidFill>
              </a:rPr>
              <a:t>, </a:t>
            </a:r>
            <a:r>
              <a:rPr lang="en-US" sz="2600" b="0" i="0" u="sng" strike="noStrike" cap="none">
                <a:solidFill>
                  <a:schemeClr val="dk1"/>
                </a:solidFill>
                <a:hlinkClick r:id="rId15">
                  <a:extLst>
                    <a:ext uri="{A12FA001-AC4F-418D-AE19-62706E023703}">
                      <ahyp:hlinkClr xmlns:ahyp="http://schemas.microsoft.com/office/drawing/2018/hyperlinkcolor" val="tx"/>
                    </a:ext>
                  </a:extLst>
                </a:hlinkClick>
              </a:rPr>
              <a:t>&lt;embed&gt;</a:t>
            </a:r>
            <a:r>
              <a:rPr lang="en-US" sz="2600" b="0" i="0" u="none" strike="noStrike" cap="none">
                <a:solidFill>
                  <a:srgbClr val="1B1B1B"/>
                </a:solidFill>
              </a:rPr>
              <a:t>, </a:t>
            </a:r>
            <a:r>
              <a:rPr lang="en-US" sz="2600" b="0" i="0" u="sng" strike="noStrike" cap="none">
                <a:solidFill>
                  <a:schemeClr val="dk1"/>
                </a:solidFill>
                <a:hlinkClick r:id="rId16">
                  <a:extLst>
                    <a:ext uri="{A12FA001-AC4F-418D-AE19-62706E023703}">
                      <ahyp:hlinkClr xmlns:ahyp="http://schemas.microsoft.com/office/drawing/2018/hyperlinkcolor" val="tx"/>
                    </a:ext>
                  </a:extLst>
                </a:hlinkClick>
              </a:rPr>
              <a:t>&lt;nav&gt;</a:t>
            </a:r>
            <a:r>
              <a:rPr lang="en-US" sz="2600" b="0" i="0" u="none" strike="noStrike" cap="none">
                <a:solidFill>
                  <a:srgbClr val="1B1B1B"/>
                </a:solidFill>
              </a:rPr>
              <a:t>, </a:t>
            </a:r>
            <a:r>
              <a:rPr lang="en-US" sz="2600" b="0" i="0" u="sng" strike="noStrike" cap="none">
                <a:solidFill>
                  <a:schemeClr val="dk1"/>
                </a:solidFill>
                <a:hlinkClick r:id="rId17">
                  <a:extLst>
                    <a:ext uri="{A12FA001-AC4F-418D-AE19-62706E023703}">
                      <ahyp:hlinkClr xmlns:ahyp="http://schemas.microsoft.com/office/drawing/2018/hyperlinkcolor" val="tx"/>
                    </a:ext>
                  </a:extLst>
                </a:hlinkClick>
              </a:rPr>
              <a:t>&lt;video&gt;</a:t>
            </a:r>
            <a:r>
              <a:rPr lang="en-US" sz="2600" b="0" i="0" u="none" strike="noStrike" cap="none">
                <a:solidFill>
                  <a:srgbClr val="1B1B1B"/>
                </a:solidFill>
              </a:rPr>
              <a:t>, </a:t>
            </a:r>
            <a:r>
              <a:rPr lang="en-US" sz="2600" b="0" i="0" u="sng" strike="noStrike" cap="none">
                <a:solidFill>
                  <a:schemeClr val="dk1"/>
                </a:solidFill>
                <a:hlinkClick r:id="rId18">
                  <a:extLst>
                    <a:ext uri="{A12FA001-AC4F-418D-AE19-62706E023703}">
                      <ahyp:hlinkClr xmlns:ahyp="http://schemas.microsoft.com/office/drawing/2018/hyperlinkcolor" val="tx"/>
                    </a:ext>
                  </a:extLst>
                </a:hlinkClick>
              </a:rPr>
              <a:t>&lt;ul&gt;</a:t>
            </a:r>
            <a:r>
              <a:rPr lang="en-US" sz="2600" b="0" i="0" u="none" strike="noStrike" cap="none">
                <a:solidFill>
                  <a:srgbClr val="1B1B1B"/>
                </a:solidFill>
              </a:rPr>
              <a:t>, </a:t>
            </a:r>
            <a:r>
              <a:rPr lang="en-US" sz="2600" b="0" i="0" u="sng" strike="noStrike" cap="none">
                <a:solidFill>
                  <a:schemeClr val="dk1"/>
                </a:solidFill>
                <a:hlinkClick r:id="rId19">
                  <a:extLst>
                    <a:ext uri="{A12FA001-AC4F-418D-AE19-62706E023703}">
                      <ahyp:hlinkClr xmlns:ahyp="http://schemas.microsoft.com/office/drawing/2018/hyperlinkcolor" val="tx"/>
                    </a:ext>
                  </a:extLst>
                </a:hlinkClick>
              </a:rPr>
              <a:t>&lt;ol&gt;</a:t>
            </a:r>
            <a:r>
              <a:rPr lang="en-US" sz="2600" b="0" i="0" u="none" strike="noStrike" cap="none">
                <a:solidFill>
                  <a:srgbClr val="1B1B1B"/>
                </a:solidFill>
              </a:rPr>
              <a:t>, </a:t>
            </a:r>
            <a:r>
              <a:rPr lang="en-US" sz="2600" b="0" i="0" u="sng" strike="noStrike" cap="none">
                <a:solidFill>
                  <a:schemeClr val="dk1"/>
                </a:solidFill>
                <a:hlinkClick r:id="rId20">
                  <a:extLst>
                    <a:ext uri="{A12FA001-AC4F-418D-AE19-62706E023703}">
                      <ahyp:hlinkClr xmlns:ahyp="http://schemas.microsoft.com/office/drawing/2018/hyperlinkcolor" val="tx"/>
                    </a:ext>
                  </a:extLst>
                </a:hlinkClick>
              </a:rPr>
              <a:t>&lt;li&gt;</a:t>
            </a:r>
            <a:r>
              <a:rPr lang="en-US" sz="2600" b="0" i="0" u="none" strike="noStrike" cap="none">
                <a:solidFill>
                  <a:srgbClr val="1B1B1B"/>
                </a:solidFill>
              </a:rPr>
              <a:t> and many others.</a:t>
            </a:r>
            <a:r>
              <a:rPr lang="en-US" sz="2600" b="0" i="0" u="none" strike="noStrike" cap="none">
                <a:solidFill>
                  <a:schemeClr val="dk1"/>
                </a:solidFill>
              </a:rPr>
              <a:t> </a:t>
            </a:r>
            <a:endParaRPr/>
          </a:p>
        </p:txBody>
      </p:sp>
      <p:sp>
        <p:nvSpPr>
          <p:cNvPr id="266" name="Google Shape;266;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HTML Elements</a:t>
            </a:r>
            <a:endParaRPr/>
          </a:p>
        </p:txBody>
      </p:sp>
      <p:sp>
        <p:nvSpPr>
          <p:cNvPr id="272" name="Google Shape;272;p15"/>
          <p:cNvSpPr txBox="1">
            <a:spLocks noGrp="1"/>
          </p:cNvSpPr>
          <p:nvPr>
            <p:ph type="body" idx="1"/>
          </p:nvPr>
        </p:nvSpPr>
        <p:spPr>
          <a:xfrm>
            <a:off x="838200" y="1825625"/>
            <a:ext cx="10515600" cy="405139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600"/>
              <a:buChar char="•"/>
            </a:pPr>
            <a:r>
              <a:rPr lang="en-US" sz="2600"/>
              <a:t>HTML elements  is everything from </a:t>
            </a:r>
            <a:r>
              <a:rPr lang="en-US" sz="2600" b="1"/>
              <a:t>start tags</a:t>
            </a:r>
            <a:r>
              <a:rPr lang="en-US" sz="2600"/>
              <a:t>, </a:t>
            </a:r>
            <a:r>
              <a:rPr lang="en-US" sz="2600" b="1"/>
              <a:t>content</a:t>
            </a:r>
            <a:r>
              <a:rPr lang="en-US" sz="2600"/>
              <a:t>, and an </a:t>
            </a:r>
            <a:r>
              <a:rPr lang="en-US" sz="2600" b="1"/>
              <a:t>end tag</a:t>
            </a:r>
            <a:r>
              <a:rPr lang="en-US" sz="2600"/>
              <a:t> which consist of the element name surrounded by </a:t>
            </a:r>
            <a:r>
              <a:rPr lang="en-US" sz="2600">
                <a:highlight>
                  <a:srgbClr val="C0C0C0"/>
                </a:highlight>
              </a:rPr>
              <a:t>&lt;</a:t>
            </a:r>
            <a:r>
              <a:rPr lang="en-US" sz="2600"/>
              <a:t> and </a:t>
            </a:r>
            <a:r>
              <a:rPr lang="en-US" sz="2600">
                <a:highlight>
                  <a:srgbClr val="C0C0C0"/>
                </a:highlight>
              </a:rPr>
              <a:t>&gt;</a:t>
            </a:r>
            <a:endParaRPr/>
          </a:p>
          <a:p>
            <a:pPr marL="0" lvl="0" indent="0" algn="l" rtl="0">
              <a:lnSpc>
                <a:spcPct val="90000"/>
              </a:lnSpc>
              <a:spcBef>
                <a:spcPts val="1000"/>
              </a:spcBef>
              <a:spcAft>
                <a:spcPts val="0"/>
              </a:spcAft>
              <a:buClr>
                <a:schemeClr val="dk1"/>
              </a:buClr>
              <a:buSzPts val="2600"/>
              <a:buNone/>
            </a:pPr>
            <a:endParaRPr sz="2600" b="0" i="0" u="none" strike="noStrike" cap="none">
              <a:solidFill>
                <a:schemeClr val="dk1"/>
              </a:solidFill>
            </a:endParaRPr>
          </a:p>
        </p:txBody>
      </p:sp>
      <p:sp>
        <p:nvSpPr>
          <p:cNvPr id="273" name="Google Shape;273;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pic>
        <p:nvPicPr>
          <p:cNvPr id="274" name="Google Shape;274;p15"/>
          <p:cNvPicPr preferRelativeResize="0"/>
          <p:nvPr/>
        </p:nvPicPr>
        <p:blipFill rotWithShape="1">
          <a:blip r:embed="rId3">
            <a:alphaModFix/>
          </a:blip>
          <a:srcRect/>
          <a:stretch/>
        </p:blipFill>
        <p:spPr>
          <a:xfrm>
            <a:off x="1641536" y="2795793"/>
            <a:ext cx="7458075" cy="716813"/>
          </a:xfrm>
          <a:prstGeom prst="rect">
            <a:avLst/>
          </a:prstGeom>
          <a:noFill/>
          <a:ln w="9525" cap="flat" cmpd="sng">
            <a:solidFill>
              <a:schemeClr val="dk1"/>
            </a:solidFill>
            <a:prstDash val="solid"/>
            <a:round/>
            <a:headEnd type="none" w="sm" len="sm"/>
            <a:tailEnd type="none" w="sm" len="sm"/>
          </a:ln>
        </p:spPr>
      </p:pic>
      <p:sp>
        <p:nvSpPr>
          <p:cNvPr id="275" name="Google Shape;275;p15"/>
          <p:cNvSpPr txBox="1"/>
          <p:nvPr/>
        </p:nvSpPr>
        <p:spPr>
          <a:xfrm>
            <a:off x="7126528" y="6048573"/>
            <a:ext cx="478066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alibri"/>
                <a:ea typeface="Calibri"/>
                <a:cs typeface="Calibri"/>
                <a:sym typeface="Calibri"/>
              </a:rPr>
              <a:t>Source: </a:t>
            </a:r>
            <a:r>
              <a:rPr lang="en-US" sz="1400" u="sng">
                <a:solidFill>
                  <a:schemeClr val="dk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https://www.w3schools.com/html/html_elements.asp</a:t>
            </a:r>
            <a:r>
              <a:rPr lang="en-US" sz="1400">
                <a:solidFill>
                  <a:schemeClr val="dk1"/>
                </a:solidFill>
                <a:latin typeface="Calibri"/>
                <a:ea typeface="Calibri"/>
                <a:cs typeface="Calibri"/>
                <a:sym typeface="Calibri"/>
              </a:rPr>
              <a:t> </a:t>
            </a:r>
            <a:endParaRPr sz="1400">
              <a:solidFill>
                <a:schemeClr val="dk1"/>
              </a:solidFill>
              <a:latin typeface="Calibri"/>
              <a:ea typeface="Calibri"/>
              <a:cs typeface="Calibri"/>
              <a:sym typeface="Calibri"/>
            </a:endParaRPr>
          </a:p>
        </p:txBody>
      </p:sp>
      <p:pic>
        <p:nvPicPr>
          <p:cNvPr id="276" name="Google Shape;276;p15"/>
          <p:cNvPicPr preferRelativeResize="0"/>
          <p:nvPr/>
        </p:nvPicPr>
        <p:blipFill rotWithShape="1">
          <a:blip r:embed="rId5">
            <a:alphaModFix/>
          </a:blip>
          <a:srcRect/>
          <a:stretch/>
        </p:blipFill>
        <p:spPr>
          <a:xfrm>
            <a:off x="1641536" y="3735006"/>
            <a:ext cx="5348200" cy="175139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HTML Structure</a:t>
            </a:r>
            <a:endParaRPr/>
          </a:p>
        </p:txBody>
      </p:sp>
      <p:sp>
        <p:nvSpPr>
          <p:cNvPr id="282" name="Google Shape;282;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pic>
        <p:nvPicPr>
          <p:cNvPr id="283" name="Google Shape;283;p16" descr="A diagram of a website&#10;&#10;Description automatically generated"/>
          <p:cNvPicPr preferRelativeResize="0">
            <a:picLocks noGrp="1"/>
          </p:cNvPicPr>
          <p:nvPr>
            <p:ph type="body" idx="1"/>
          </p:nvPr>
        </p:nvPicPr>
        <p:blipFill rotWithShape="1">
          <a:blip r:embed="rId3">
            <a:alphaModFix/>
          </a:blip>
          <a:srcRect/>
          <a:stretch/>
        </p:blipFill>
        <p:spPr>
          <a:xfrm>
            <a:off x="838200" y="1552771"/>
            <a:ext cx="6353547" cy="3748593"/>
          </a:xfrm>
          <a:prstGeom prst="rect">
            <a:avLst/>
          </a:prstGeom>
          <a:noFill/>
          <a:ln>
            <a:noFill/>
          </a:ln>
        </p:spPr>
      </p:pic>
      <p:pic>
        <p:nvPicPr>
          <p:cNvPr id="284" name="Google Shape;284;p16"/>
          <p:cNvPicPr preferRelativeResize="0"/>
          <p:nvPr/>
        </p:nvPicPr>
        <p:blipFill rotWithShape="1">
          <a:blip r:embed="rId4">
            <a:alphaModFix/>
          </a:blip>
          <a:srcRect/>
          <a:stretch/>
        </p:blipFill>
        <p:spPr>
          <a:xfrm>
            <a:off x="7331120" y="1345725"/>
            <a:ext cx="4624327" cy="4166550"/>
          </a:xfrm>
          <a:prstGeom prst="rect">
            <a:avLst/>
          </a:prstGeom>
          <a:noFill/>
          <a:ln>
            <a:noFill/>
          </a:ln>
        </p:spPr>
      </p:pic>
      <p:pic>
        <p:nvPicPr>
          <p:cNvPr id="285" name="Google Shape;285;p16"/>
          <p:cNvPicPr preferRelativeResize="0"/>
          <p:nvPr/>
        </p:nvPicPr>
        <p:blipFill rotWithShape="1">
          <a:blip r:embed="rId5">
            <a:alphaModFix/>
          </a:blip>
          <a:srcRect/>
          <a:stretch/>
        </p:blipFill>
        <p:spPr>
          <a:xfrm>
            <a:off x="612559" y="5903649"/>
            <a:ext cx="4314548" cy="817826"/>
          </a:xfrm>
          <a:prstGeom prst="rect">
            <a:avLst/>
          </a:prstGeom>
          <a:noFill/>
          <a:ln>
            <a:noFill/>
          </a:ln>
        </p:spPr>
      </p:pic>
      <p:sp>
        <p:nvSpPr>
          <p:cNvPr id="286" name="Google Shape;286;p16"/>
          <p:cNvSpPr txBox="1"/>
          <p:nvPr/>
        </p:nvSpPr>
        <p:spPr>
          <a:xfrm>
            <a:off x="949541" y="6020101"/>
            <a:ext cx="4110361"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You can use the short form in creating the structure of HTML </a:t>
            </a:r>
            <a:endParaRPr/>
          </a:p>
          <a:p>
            <a:pPr marL="0" marR="0" lvl="0" indent="0" algn="l" rtl="0">
              <a:spcBef>
                <a:spcPts val="0"/>
              </a:spcBef>
              <a:spcAft>
                <a:spcPts val="0"/>
              </a:spcAft>
              <a:buNone/>
            </a:pPr>
            <a:r>
              <a:rPr lang="en-US" sz="1200">
                <a:solidFill>
                  <a:schemeClr val="dk1"/>
                </a:solidFill>
                <a:latin typeface="Calibri"/>
                <a:ea typeface="Calibri"/>
                <a:cs typeface="Calibri"/>
                <a:sym typeface="Calibri"/>
              </a:rPr>
              <a:t>in VS Code by pressing exclamation mark (</a:t>
            </a:r>
            <a:r>
              <a:rPr lang="en-US" sz="1200" b="1">
                <a:solidFill>
                  <a:srgbClr val="FF0000"/>
                </a:solidFill>
                <a:latin typeface="Calibri"/>
                <a:ea typeface="Calibri"/>
                <a:cs typeface="Calibri"/>
                <a:sym typeface="Calibri"/>
              </a:rPr>
              <a:t>!</a:t>
            </a:r>
            <a:r>
              <a:rPr lang="en-US" sz="1200">
                <a:solidFill>
                  <a:schemeClr val="dk1"/>
                </a:solidFill>
                <a:latin typeface="Calibri"/>
                <a:ea typeface="Calibri"/>
                <a:cs typeface="Calibri"/>
                <a:sym typeface="Calibri"/>
              </a:rPr>
              <a:t>) + ENTER </a:t>
            </a:r>
            <a:endParaRPr sz="1200">
              <a:solidFill>
                <a:schemeClr val="dk1"/>
              </a:solidFill>
              <a:latin typeface="Calibri"/>
              <a:ea typeface="Calibri"/>
              <a:cs typeface="Calibri"/>
              <a:sym typeface="Calibri"/>
            </a:endParaRPr>
          </a:p>
        </p:txBody>
      </p:sp>
      <p:pic>
        <p:nvPicPr>
          <p:cNvPr id="287" name="Google Shape;287;p16" descr="A blue arrow pointing down&#10;&#10;Description automatically generated">
            <a:hlinkClick r:id="rId6"/>
          </p:cNvPr>
          <p:cNvPicPr preferRelativeResize="0"/>
          <p:nvPr/>
        </p:nvPicPr>
        <p:blipFill rotWithShape="1">
          <a:blip r:embed="rId7">
            <a:alphaModFix/>
          </a:blip>
          <a:srcRect/>
          <a:stretch/>
        </p:blipFill>
        <p:spPr>
          <a:xfrm>
            <a:off x="949541" y="5520853"/>
            <a:ext cx="617342" cy="61734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Attributes, Nesting and Empty Elements</a:t>
            </a:r>
            <a:endParaRPr/>
          </a:p>
        </p:txBody>
      </p:sp>
      <p:sp>
        <p:nvSpPr>
          <p:cNvPr id="293" name="Google Shape;2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pic>
        <p:nvPicPr>
          <p:cNvPr id="294" name="Google Shape;294;p17"/>
          <p:cNvPicPr preferRelativeResize="0"/>
          <p:nvPr/>
        </p:nvPicPr>
        <p:blipFill rotWithShape="1">
          <a:blip r:embed="rId3">
            <a:alphaModFix/>
          </a:blip>
          <a:srcRect/>
          <a:stretch/>
        </p:blipFill>
        <p:spPr>
          <a:xfrm>
            <a:off x="959793" y="2004592"/>
            <a:ext cx="6190488" cy="685800"/>
          </a:xfrm>
          <a:prstGeom prst="rect">
            <a:avLst/>
          </a:prstGeom>
          <a:noFill/>
          <a:ln>
            <a:noFill/>
          </a:ln>
        </p:spPr>
      </p:pic>
      <p:pic>
        <p:nvPicPr>
          <p:cNvPr id="295" name="Google Shape;295;p17"/>
          <p:cNvPicPr preferRelativeResize="0"/>
          <p:nvPr/>
        </p:nvPicPr>
        <p:blipFill rotWithShape="1">
          <a:blip r:embed="rId4">
            <a:alphaModFix/>
          </a:blip>
          <a:srcRect/>
          <a:stretch/>
        </p:blipFill>
        <p:spPr>
          <a:xfrm>
            <a:off x="1014657" y="3286978"/>
            <a:ext cx="6339840" cy="802409"/>
          </a:xfrm>
          <a:prstGeom prst="rect">
            <a:avLst/>
          </a:prstGeom>
          <a:noFill/>
          <a:ln>
            <a:noFill/>
          </a:ln>
        </p:spPr>
      </p:pic>
      <p:pic>
        <p:nvPicPr>
          <p:cNvPr id="296" name="Google Shape;296;p17"/>
          <p:cNvPicPr preferRelativeResize="0"/>
          <p:nvPr/>
        </p:nvPicPr>
        <p:blipFill rotWithShape="1">
          <a:blip r:embed="rId5">
            <a:alphaModFix/>
          </a:blip>
          <a:srcRect/>
          <a:stretch/>
        </p:blipFill>
        <p:spPr>
          <a:xfrm>
            <a:off x="1025325" y="4711557"/>
            <a:ext cx="5888735" cy="643127"/>
          </a:xfrm>
          <a:prstGeom prst="rect">
            <a:avLst/>
          </a:prstGeom>
          <a:noFill/>
          <a:ln>
            <a:noFill/>
          </a:ln>
        </p:spPr>
      </p:pic>
      <p:sp>
        <p:nvSpPr>
          <p:cNvPr id="297" name="Google Shape;297;p17"/>
          <p:cNvSpPr txBox="1"/>
          <p:nvPr/>
        </p:nvSpPr>
        <p:spPr>
          <a:xfrm>
            <a:off x="888769" y="1588698"/>
            <a:ext cx="24893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Elements with attributes</a:t>
            </a:r>
            <a:endParaRPr sz="1800">
              <a:solidFill>
                <a:schemeClr val="dk1"/>
              </a:solidFill>
              <a:latin typeface="Calibri"/>
              <a:ea typeface="Calibri"/>
              <a:cs typeface="Calibri"/>
              <a:sym typeface="Calibri"/>
            </a:endParaRPr>
          </a:p>
        </p:txBody>
      </p:sp>
      <p:sp>
        <p:nvSpPr>
          <p:cNvPr id="298" name="Google Shape;298;p17"/>
          <p:cNvSpPr txBox="1"/>
          <p:nvPr/>
        </p:nvSpPr>
        <p:spPr>
          <a:xfrm>
            <a:off x="888768" y="2901805"/>
            <a:ext cx="181985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Nesting elements</a:t>
            </a:r>
            <a:endParaRPr sz="1800">
              <a:solidFill>
                <a:schemeClr val="dk1"/>
              </a:solidFill>
              <a:latin typeface="Calibri"/>
              <a:ea typeface="Calibri"/>
              <a:cs typeface="Calibri"/>
              <a:sym typeface="Calibri"/>
            </a:endParaRPr>
          </a:p>
        </p:txBody>
      </p:sp>
      <p:sp>
        <p:nvSpPr>
          <p:cNvPr id="299" name="Google Shape;299;p17"/>
          <p:cNvSpPr txBox="1"/>
          <p:nvPr/>
        </p:nvSpPr>
        <p:spPr>
          <a:xfrm>
            <a:off x="888767" y="4296796"/>
            <a:ext cx="256486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Images (Empty elements)</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Example HTML Attributes</a:t>
            </a:r>
            <a:endParaRPr/>
          </a:p>
        </p:txBody>
      </p:sp>
      <p:sp>
        <p:nvSpPr>
          <p:cNvPr id="305" name="Google Shape;305;p18"/>
          <p:cNvSpPr txBox="1">
            <a:spLocks noGrp="1"/>
          </p:cNvSpPr>
          <p:nvPr>
            <p:ph type="body" idx="1"/>
          </p:nvPr>
        </p:nvSpPr>
        <p:spPr>
          <a:xfrm>
            <a:off x="838200" y="1825625"/>
            <a:ext cx="107442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All HTML element can have attributes. Example like src, href, width, height, alt, style etc.</a:t>
            </a:r>
            <a:br>
              <a:rPr lang="en-US"/>
            </a:br>
            <a:endParaRPr/>
          </a:p>
          <a:p>
            <a:pPr marL="0" lvl="0" indent="0" algn="l" rtl="0">
              <a:lnSpc>
                <a:spcPct val="90000"/>
              </a:lnSpc>
              <a:spcBef>
                <a:spcPts val="1000"/>
              </a:spcBef>
              <a:spcAft>
                <a:spcPts val="0"/>
              </a:spcAft>
              <a:buClr>
                <a:srgbClr val="0000CD"/>
              </a:buClr>
              <a:buSzPts val="2000"/>
              <a:buNone/>
            </a:pPr>
            <a:r>
              <a:rPr lang="en-US" sz="2000" b="0" i="0">
                <a:solidFill>
                  <a:srgbClr val="0000CD"/>
                </a:solidFill>
                <a:latin typeface="Consolas"/>
                <a:ea typeface="Consolas"/>
                <a:cs typeface="Consolas"/>
                <a:sym typeface="Consolas"/>
              </a:rPr>
              <a:t>&lt;</a:t>
            </a:r>
            <a:r>
              <a:rPr lang="en-US" sz="2000" b="0" i="0">
                <a:solidFill>
                  <a:srgbClr val="A52A2A"/>
                </a:solidFill>
                <a:latin typeface="Consolas"/>
                <a:ea typeface="Consolas"/>
                <a:cs typeface="Consolas"/>
                <a:sym typeface="Consolas"/>
              </a:rPr>
              <a:t>a</a:t>
            </a:r>
            <a:r>
              <a:rPr lang="en-US" sz="2000" b="0" i="0">
                <a:solidFill>
                  <a:srgbClr val="FF0000"/>
                </a:solidFill>
                <a:latin typeface="Consolas"/>
                <a:ea typeface="Consolas"/>
                <a:cs typeface="Consolas"/>
                <a:sym typeface="Consolas"/>
              </a:rPr>
              <a:t> href</a:t>
            </a:r>
            <a:r>
              <a:rPr lang="en-US" sz="2000" b="0" i="0">
                <a:solidFill>
                  <a:srgbClr val="0000CD"/>
                </a:solidFill>
                <a:latin typeface="Consolas"/>
                <a:ea typeface="Consolas"/>
                <a:cs typeface="Consolas"/>
                <a:sym typeface="Consolas"/>
              </a:rPr>
              <a:t>="https://www.w3schools.com"&gt;</a:t>
            </a:r>
            <a:r>
              <a:rPr lang="en-US" sz="2000" b="0" i="0">
                <a:solidFill>
                  <a:srgbClr val="000000"/>
                </a:solidFill>
                <a:latin typeface="Consolas"/>
                <a:ea typeface="Consolas"/>
                <a:cs typeface="Consolas"/>
                <a:sym typeface="Consolas"/>
              </a:rPr>
              <a:t>Visit W3Schools</a:t>
            </a:r>
            <a:r>
              <a:rPr lang="en-US" sz="2000" b="0" i="0">
                <a:solidFill>
                  <a:srgbClr val="0000CD"/>
                </a:solidFill>
                <a:latin typeface="Consolas"/>
                <a:ea typeface="Consolas"/>
                <a:cs typeface="Consolas"/>
                <a:sym typeface="Consolas"/>
              </a:rPr>
              <a:t>&lt;</a:t>
            </a:r>
            <a:r>
              <a:rPr lang="en-US" sz="2000" b="0" i="0">
                <a:solidFill>
                  <a:srgbClr val="A52A2A"/>
                </a:solidFill>
                <a:latin typeface="Consolas"/>
                <a:ea typeface="Consolas"/>
                <a:cs typeface="Consolas"/>
                <a:sym typeface="Consolas"/>
              </a:rPr>
              <a:t>/a</a:t>
            </a:r>
            <a:r>
              <a:rPr lang="en-US" sz="2000" b="0" i="0">
                <a:solidFill>
                  <a:srgbClr val="0000CD"/>
                </a:solidFill>
                <a:latin typeface="Consolas"/>
                <a:ea typeface="Consolas"/>
                <a:cs typeface="Consolas"/>
                <a:sym typeface="Consolas"/>
              </a:rPr>
              <a:t>&gt;</a:t>
            </a:r>
            <a:br>
              <a:rPr lang="en-US" sz="2000" b="0" i="0">
                <a:solidFill>
                  <a:srgbClr val="0000CD"/>
                </a:solidFill>
                <a:latin typeface="Consolas"/>
                <a:ea typeface="Consolas"/>
                <a:cs typeface="Consolas"/>
                <a:sym typeface="Consolas"/>
              </a:rPr>
            </a:br>
            <a:endParaRPr sz="2000" b="0" i="0">
              <a:solidFill>
                <a:srgbClr val="0000CD"/>
              </a:solidFill>
              <a:latin typeface="Consolas"/>
              <a:ea typeface="Consolas"/>
              <a:cs typeface="Consolas"/>
              <a:sym typeface="Consolas"/>
            </a:endParaRPr>
          </a:p>
          <a:p>
            <a:pPr marL="0" lvl="0" indent="0" algn="l" rtl="0">
              <a:lnSpc>
                <a:spcPct val="90000"/>
              </a:lnSpc>
              <a:spcBef>
                <a:spcPts val="1000"/>
              </a:spcBef>
              <a:spcAft>
                <a:spcPts val="0"/>
              </a:spcAft>
              <a:buClr>
                <a:srgbClr val="0000CD"/>
              </a:buClr>
              <a:buSzPts val="2000"/>
              <a:buNone/>
            </a:pPr>
            <a:r>
              <a:rPr lang="en-US" sz="2000" b="0" i="0">
                <a:solidFill>
                  <a:srgbClr val="0000CD"/>
                </a:solidFill>
                <a:latin typeface="Consolas"/>
                <a:ea typeface="Consolas"/>
                <a:cs typeface="Consolas"/>
                <a:sym typeface="Consolas"/>
              </a:rPr>
              <a:t>&lt;</a:t>
            </a:r>
            <a:r>
              <a:rPr lang="en-US" sz="2000" b="0" i="0">
                <a:solidFill>
                  <a:srgbClr val="A52A2A"/>
                </a:solidFill>
                <a:latin typeface="Consolas"/>
                <a:ea typeface="Consolas"/>
                <a:cs typeface="Consolas"/>
                <a:sym typeface="Consolas"/>
              </a:rPr>
              <a:t>p</a:t>
            </a:r>
            <a:r>
              <a:rPr lang="en-US" sz="2000" b="0" i="0">
                <a:solidFill>
                  <a:srgbClr val="FF0000"/>
                </a:solidFill>
                <a:latin typeface="Consolas"/>
                <a:ea typeface="Consolas"/>
                <a:cs typeface="Consolas"/>
                <a:sym typeface="Consolas"/>
              </a:rPr>
              <a:t> style</a:t>
            </a:r>
            <a:r>
              <a:rPr lang="en-US" sz="2000" b="0" i="0">
                <a:solidFill>
                  <a:srgbClr val="0000CD"/>
                </a:solidFill>
                <a:latin typeface="Consolas"/>
                <a:ea typeface="Consolas"/>
                <a:cs typeface="Consolas"/>
                <a:sym typeface="Consolas"/>
              </a:rPr>
              <a:t>="color:red;"&gt;</a:t>
            </a:r>
            <a:r>
              <a:rPr lang="en-US" sz="2000" b="0" i="0">
                <a:solidFill>
                  <a:srgbClr val="000000"/>
                </a:solidFill>
                <a:latin typeface="Consolas"/>
                <a:ea typeface="Consolas"/>
                <a:cs typeface="Consolas"/>
                <a:sym typeface="Consolas"/>
              </a:rPr>
              <a:t>This is a red paragraph.</a:t>
            </a:r>
            <a:r>
              <a:rPr lang="en-US" sz="2000" b="0" i="0">
                <a:solidFill>
                  <a:srgbClr val="0000CD"/>
                </a:solidFill>
                <a:latin typeface="Consolas"/>
                <a:ea typeface="Consolas"/>
                <a:cs typeface="Consolas"/>
                <a:sym typeface="Consolas"/>
              </a:rPr>
              <a:t>&lt;</a:t>
            </a:r>
            <a:r>
              <a:rPr lang="en-US" sz="2000" b="0" i="0">
                <a:solidFill>
                  <a:srgbClr val="A52A2A"/>
                </a:solidFill>
                <a:latin typeface="Consolas"/>
                <a:ea typeface="Consolas"/>
                <a:cs typeface="Consolas"/>
                <a:sym typeface="Consolas"/>
              </a:rPr>
              <a:t>/p</a:t>
            </a:r>
            <a:r>
              <a:rPr lang="en-US" sz="2000" b="0" i="0">
                <a:solidFill>
                  <a:srgbClr val="0000CD"/>
                </a:solidFill>
                <a:latin typeface="Consolas"/>
                <a:ea typeface="Consolas"/>
                <a:cs typeface="Consolas"/>
                <a:sym typeface="Consolas"/>
              </a:rPr>
              <a:t>&gt;</a:t>
            </a:r>
            <a:br>
              <a:rPr lang="en-US" sz="2000" b="0" i="0">
                <a:solidFill>
                  <a:srgbClr val="0000CD"/>
                </a:solidFill>
                <a:latin typeface="Consolas"/>
                <a:ea typeface="Consolas"/>
                <a:cs typeface="Consolas"/>
                <a:sym typeface="Consolas"/>
              </a:rPr>
            </a:br>
            <a:endParaRPr sz="2000" b="0" i="0">
              <a:solidFill>
                <a:srgbClr val="0000CD"/>
              </a:solidFill>
              <a:latin typeface="Consolas"/>
              <a:ea typeface="Consolas"/>
              <a:cs typeface="Consolas"/>
              <a:sym typeface="Consolas"/>
            </a:endParaRPr>
          </a:p>
          <a:p>
            <a:pPr marL="0" lvl="0" indent="0" algn="l" rtl="0">
              <a:lnSpc>
                <a:spcPct val="90000"/>
              </a:lnSpc>
              <a:spcBef>
                <a:spcPts val="1000"/>
              </a:spcBef>
              <a:spcAft>
                <a:spcPts val="0"/>
              </a:spcAft>
              <a:buClr>
                <a:srgbClr val="0000CD"/>
              </a:buClr>
              <a:buSzPts val="2000"/>
              <a:buNone/>
            </a:pPr>
            <a:r>
              <a:rPr lang="en-US" sz="2000" b="0" i="0">
                <a:solidFill>
                  <a:srgbClr val="0000CD"/>
                </a:solidFill>
                <a:latin typeface="Consolas"/>
                <a:ea typeface="Consolas"/>
                <a:cs typeface="Consolas"/>
                <a:sym typeface="Consolas"/>
              </a:rPr>
              <a:t>&lt;</a:t>
            </a:r>
            <a:r>
              <a:rPr lang="en-US" sz="2000" b="0" i="0">
                <a:solidFill>
                  <a:srgbClr val="A52A2A"/>
                </a:solidFill>
                <a:latin typeface="Consolas"/>
                <a:ea typeface="Consolas"/>
                <a:cs typeface="Consolas"/>
                <a:sym typeface="Consolas"/>
              </a:rPr>
              <a:t>img</a:t>
            </a:r>
            <a:r>
              <a:rPr lang="en-US" sz="2000" b="0" i="0">
                <a:solidFill>
                  <a:srgbClr val="FF0000"/>
                </a:solidFill>
                <a:latin typeface="Consolas"/>
                <a:ea typeface="Consolas"/>
                <a:cs typeface="Consolas"/>
                <a:sym typeface="Consolas"/>
              </a:rPr>
              <a:t> src</a:t>
            </a:r>
            <a:r>
              <a:rPr lang="en-US" sz="2000" b="0" i="0">
                <a:solidFill>
                  <a:srgbClr val="0000CD"/>
                </a:solidFill>
                <a:latin typeface="Consolas"/>
                <a:ea typeface="Consolas"/>
                <a:cs typeface="Consolas"/>
                <a:sym typeface="Consolas"/>
              </a:rPr>
              <a:t>="img_girl.jpg"</a:t>
            </a:r>
            <a:r>
              <a:rPr lang="en-US" sz="2000" b="0" i="0">
                <a:solidFill>
                  <a:srgbClr val="FF0000"/>
                </a:solidFill>
                <a:latin typeface="Consolas"/>
                <a:ea typeface="Consolas"/>
                <a:cs typeface="Consolas"/>
                <a:sym typeface="Consolas"/>
              </a:rPr>
              <a:t> width</a:t>
            </a:r>
            <a:r>
              <a:rPr lang="en-US" sz="2000" b="0" i="0">
                <a:solidFill>
                  <a:srgbClr val="0000CD"/>
                </a:solidFill>
                <a:latin typeface="Consolas"/>
                <a:ea typeface="Consolas"/>
                <a:cs typeface="Consolas"/>
                <a:sym typeface="Consolas"/>
              </a:rPr>
              <a:t>="500"</a:t>
            </a:r>
            <a:r>
              <a:rPr lang="en-US" sz="2000" b="0" i="0">
                <a:solidFill>
                  <a:srgbClr val="FF0000"/>
                </a:solidFill>
                <a:latin typeface="Consolas"/>
                <a:ea typeface="Consolas"/>
                <a:cs typeface="Consolas"/>
                <a:sym typeface="Consolas"/>
              </a:rPr>
              <a:t> height</a:t>
            </a:r>
            <a:r>
              <a:rPr lang="en-US" sz="2000" b="0" i="0">
                <a:solidFill>
                  <a:srgbClr val="0000CD"/>
                </a:solidFill>
                <a:latin typeface="Consolas"/>
                <a:ea typeface="Consolas"/>
                <a:cs typeface="Consolas"/>
                <a:sym typeface="Consolas"/>
              </a:rPr>
              <a:t>="600"</a:t>
            </a:r>
            <a:r>
              <a:rPr lang="en-US" sz="2000" b="0" i="0">
                <a:solidFill>
                  <a:srgbClr val="FF0000"/>
                </a:solidFill>
                <a:latin typeface="Consolas"/>
                <a:ea typeface="Consolas"/>
                <a:cs typeface="Consolas"/>
                <a:sym typeface="Consolas"/>
              </a:rPr>
              <a:t> alt</a:t>
            </a:r>
            <a:r>
              <a:rPr lang="en-US" sz="2000" b="0" i="0">
                <a:solidFill>
                  <a:srgbClr val="0000CD"/>
                </a:solidFill>
                <a:latin typeface="Consolas"/>
                <a:ea typeface="Consolas"/>
                <a:cs typeface="Consolas"/>
                <a:sym typeface="Consolas"/>
              </a:rPr>
              <a:t>="Girl with a jacket"&gt;</a:t>
            </a:r>
            <a:endParaRPr/>
          </a:p>
          <a:p>
            <a:pPr marL="0" lvl="0" indent="0" algn="l" rtl="0">
              <a:lnSpc>
                <a:spcPct val="90000"/>
              </a:lnSpc>
              <a:spcBef>
                <a:spcPts val="1000"/>
              </a:spcBef>
              <a:spcAft>
                <a:spcPts val="0"/>
              </a:spcAft>
              <a:buClr>
                <a:schemeClr val="dk1"/>
              </a:buClr>
              <a:buSzPts val="1800"/>
              <a:buNone/>
            </a:pPr>
            <a:endParaRPr sz="1800"/>
          </a:p>
        </p:txBody>
      </p:sp>
      <p:sp>
        <p:nvSpPr>
          <p:cNvPr id="306" name="Google Shape;306;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cxnSp>
        <p:nvCxnSpPr>
          <p:cNvPr id="307" name="Google Shape;307;p18"/>
          <p:cNvCxnSpPr/>
          <p:nvPr/>
        </p:nvCxnSpPr>
        <p:spPr>
          <a:xfrm>
            <a:off x="838200" y="2734962"/>
            <a:ext cx="562232" cy="354227"/>
          </a:xfrm>
          <a:prstGeom prst="straightConnector1">
            <a:avLst/>
          </a:prstGeom>
          <a:noFill/>
          <a:ln w="76200" cap="flat" cmpd="sng">
            <a:solidFill>
              <a:srgbClr val="00B050"/>
            </a:solidFill>
            <a:prstDash val="solid"/>
            <a:miter lim="800000"/>
            <a:headEnd type="none" w="sm" len="sm"/>
            <a:tailEnd type="triangle" w="med" len="med"/>
          </a:ln>
        </p:spPr>
      </p:cxnSp>
      <p:cxnSp>
        <p:nvCxnSpPr>
          <p:cNvPr id="308" name="Google Shape;308;p18"/>
          <p:cNvCxnSpPr/>
          <p:nvPr/>
        </p:nvCxnSpPr>
        <p:spPr>
          <a:xfrm>
            <a:off x="932935" y="3453713"/>
            <a:ext cx="562232" cy="354227"/>
          </a:xfrm>
          <a:prstGeom prst="straightConnector1">
            <a:avLst/>
          </a:prstGeom>
          <a:noFill/>
          <a:ln w="76200" cap="flat" cmpd="sng">
            <a:solidFill>
              <a:srgbClr val="00B050"/>
            </a:solidFill>
            <a:prstDash val="solid"/>
            <a:miter lim="800000"/>
            <a:headEnd type="none" w="sm" len="sm"/>
            <a:tailEnd type="triangle" w="med" len="med"/>
          </a:ln>
        </p:spPr>
      </p:cxnSp>
      <p:cxnSp>
        <p:nvCxnSpPr>
          <p:cNvPr id="309" name="Google Shape;309;p18"/>
          <p:cNvCxnSpPr/>
          <p:nvPr/>
        </p:nvCxnSpPr>
        <p:spPr>
          <a:xfrm rot="10800000" flipH="1">
            <a:off x="1495167" y="4897564"/>
            <a:ext cx="194618" cy="538464"/>
          </a:xfrm>
          <a:prstGeom prst="straightConnector1">
            <a:avLst/>
          </a:prstGeom>
          <a:noFill/>
          <a:ln w="76200" cap="flat" cmpd="sng">
            <a:solidFill>
              <a:srgbClr val="00B050"/>
            </a:solidFill>
            <a:prstDash val="solid"/>
            <a:miter lim="800000"/>
            <a:headEnd type="none" w="sm" len="sm"/>
            <a:tailEnd type="triangle" w="med" len="med"/>
          </a:ln>
        </p:spPr>
      </p:cxnSp>
      <p:cxnSp>
        <p:nvCxnSpPr>
          <p:cNvPr id="310" name="Google Shape;310;p18"/>
          <p:cNvCxnSpPr/>
          <p:nvPr/>
        </p:nvCxnSpPr>
        <p:spPr>
          <a:xfrm rot="10800000" flipH="1">
            <a:off x="4349577" y="4769878"/>
            <a:ext cx="194618" cy="538464"/>
          </a:xfrm>
          <a:prstGeom prst="straightConnector1">
            <a:avLst/>
          </a:prstGeom>
          <a:noFill/>
          <a:ln w="76200" cap="flat" cmpd="sng">
            <a:solidFill>
              <a:srgbClr val="00B050"/>
            </a:solidFill>
            <a:prstDash val="solid"/>
            <a:miter lim="800000"/>
            <a:headEnd type="none" w="sm" len="sm"/>
            <a:tailEnd type="triangle" w="med" len="med"/>
          </a:ln>
        </p:spPr>
      </p:cxnSp>
      <p:cxnSp>
        <p:nvCxnSpPr>
          <p:cNvPr id="311" name="Google Shape;311;p18"/>
          <p:cNvCxnSpPr/>
          <p:nvPr/>
        </p:nvCxnSpPr>
        <p:spPr>
          <a:xfrm rot="10800000" flipH="1">
            <a:off x="6096000" y="4783907"/>
            <a:ext cx="194618" cy="538464"/>
          </a:xfrm>
          <a:prstGeom prst="straightConnector1">
            <a:avLst/>
          </a:prstGeom>
          <a:noFill/>
          <a:ln w="76200" cap="flat" cmpd="sng">
            <a:solidFill>
              <a:srgbClr val="00B050"/>
            </a:solidFill>
            <a:prstDash val="solid"/>
            <a:miter lim="800000"/>
            <a:headEnd type="none" w="sm" len="sm"/>
            <a:tailEnd type="triangle" w="med" len="med"/>
          </a:ln>
        </p:spPr>
      </p:cxnSp>
      <p:cxnSp>
        <p:nvCxnSpPr>
          <p:cNvPr id="312" name="Google Shape;312;p18"/>
          <p:cNvCxnSpPr/>
          <p:nvPr/>
        </p:nvCxnSpPr>
        <p:spPr>
          <a:xfrm rot="10800000" flipH="1">
            <a:off x="7647805" y="4783907"/>
            <a:ext cx="194618" cy="538464"/>
          </a:xfrm>
          <a:prstGeom prst="straightConnector1">
            <a:avLst/>
          </a:prstGeom>
          <a:noFill/>
          <a:ln w="76200" cap="flat" cmpd="sng">
            <a:solidFill>
              <a:srgbClr val="00B050"/>
            </a:solidFill>
            <a:prstDash val="solid"/>
            <a:miter lim="800000"/>
            <a:headEnd type="none" w="sm" len="sm"/>
            <a:tailEnd type="triangle" w="med" len="med"/>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Heading</a:t>
            </a:r>
            <a:endParaRPr/>
          </a:p>
        </p:txBody>
      </p:sp>
      <p:sp>
        <p:nvSpPr>
          <p:cNvPr id="318" name="Google Shape;318;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pic>
        <p:nvPicPr>
          <p:cNvPr id="319" name="Google Shape;319;p19">
            <a:hlinkClick r:id="rId3"/>
          </p:cNvPr>
          <p:cNvPicPr preferRelativeResize="0"/>
          <p:nvPr/>
        </p:nvPicPr>
        <p:blipFill rotWithShape="1">
          <a:blip r:embed="rId4">
            <a:alphaModFix/>
          </a:blip>
          <a:srcRect/>
          <a:stretch/>
        </p:blipFill>
        <p:spPr>
          <a:xfrm>
            <a:off x="838200" y="2794794"/>
            <a:ext cx="3762375" cy="2457450"/>
          </a:xfrm>
          <a:prstGeom prst="rect">
            <a:avLst/>
          </a:prstGeom>
          <a:noFill/>
          <a:ln>
            <a:noFill/>
          </a:ln>
        </p:spPr>
      </p:pic>
      <p:sp>
        <p:nvSpPr>
          <p:cNvPr id="320" name="Google Shape;320;p19"/>
          <p:cNvSpPr txBox="1"/>
          <p:nvPr/>
        </p:nvSpPr>
        <p:spPr>
          <a:xfrm>
            <a:off x="762446" y="1690688"/>
            <a:ext cx="11177996"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chemeClr val="dk1"/>
                </a:solidFill>
                <a:latin typeface="Calibri"/>
                <a:ea typeface="Calibri"/>
                <a:cs typeface="Calibri"/>
                <a:sym typeface="Calibri"/>
              </a:rPr>
              <a:t>Heading use to display titles or subtitles on webpages. </a:t>
            </a:r>
            <a:endParaRPr dirty="0"/>
          </a:p>
          <a:p>
            <a:pPr marL="0" marR="0" lvl="0" indent="0" algn="l" rtl="0">
              <a:spcBef>
                <a:spcPts val="0"/>
              </a:spcBef>
              <a:spcAft>
                <a:spcPts val="0"/>
              </a:spcAft>
              <a:buNone/>
            </a:pPr>
            <a:r>
              <a:rPr lang="en-US" sz="2800" dirty="0">
                <a:solidFill>
                  <a:schemeClr val="dk1"/>
                </a:solidFill>
                <a:latin typeface="Calibri"/>
                <a:ea typeface="Calibri"/>
                <a:cs typeface="Calibri"/>
                <a:sym typeface="Calibri"/>
              </a:rPr>
              <a:t>&lt;h1&gt; defines the most important heading, &lt;h6&gt; defines the least important</a:t>
            </a:r>
            <a:endParaRPr sz="2800" dirty="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HTML List</a:t>
            </a:r>
            <a:endParaRPr/>
          </a:p>
        </p:txBody>
      </p:sp>
      <p:sp>
        <p:nvSpPr>
          <p:cNvPr id="335" name="Google Shape;335;p21"/>
          <p:cNvSpPr txBox="1">
            <a:spLocks noGrp="1"/>
          </p:cNvSpPr>
          <p:nvPr>
            <p:ph type="body" idx="1"/>
          </p:nvPr>
        </p:nvSpPr>
        <p:spPr>
          <a:xfrm>
            <a:off x="838200" y="1825625"/>
            <a:ext cx="4310449"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HTML List </a:t>
            </a:r>
            <a:br>
              <a:rPr lang="en-US"/>
            </a:br>
            <a:r>
              <a:rPr lang="en-US"/>
              <a:t>- </a:t>
            </a:r>
            <a:r>
              <a:rPr lang="en-US" b="1"/>
              <a:t>Unordered Lists: </a:t>
            </a:r>
            <a:r>
              <a:rPr lang="en-US">
                <a:highlight>
                  <a:srgbClr val="C0C0C0"/>
                </a:highlight>
              </a:rPr>
              <a:t>&lt;ul&gt;</a:t>
            </a:r>
            <a:r>
              <a:rPr lang="en-US"/>
              <a:t> represent an unordered list in </a:t>
            </a:r>
            <a:r>
              <a:rPr lang="en-US">
                <a:solidFill>
                  <a:srgbClr val="FF0000"/>
                </a:solidFill>
              </a:rPr>
              <a:t>bulleted</a:t>
            </a:r>
            <a:r>
              <a:rPr lang="en-US"/>
              <a:t>.</a:t>
            </a:r>
            <a:br>
              <a:rPr lang="en-US"/>
            </a:br>
            <a:r>
              <a:rPr lang="en-US"/>
              <a:t>- </a:t>
            </a:r>
            <a:r>
              <a:rPr lang="en-US" b="1"/>
              <a:t>Ordered Lists: </a:t>
            </a:r>
            <a:r>
              <a:rPr lang="en-US">
                <a:highlight>
                  <a:srgbClr val="C0C0C0"/>
                </a:highlight>
              </a:rPr>
              <a:t>&lt;ol&gt;</a:t>
            </a:r>
            <a:r>
              <a:rPr lang="en-US"/>
              <a:t> an ordered list in </a:t>
            </a:r>
            <a:r>
              <a:rPr lang="en-US">
                <a:solidFill>
                  <a:srgbClr val="FF0000"/>
                </a:solidFill>
              </a:rPr>
              <a:t>numerical</a:t>
            </a:r>
            <a:r>
              <a:rPr lang="en-US"/>
              <a:t> or </a:t>
            </a:r>
            <a:r>
              <a:rPr lang="en-US">
                <a:solidFill>
                  <a:srgbClr val="FF0000"/>
                </a:solidFill>
              </a:rPr>
              <a:t>alphabetical</a:t>
            </a:r>
            <a:r>
              <a:rPr lang="en-US"/>
              <a:t>. </a:t>
            </a:r>
            <a:endParaRPr/>
          </a:p>
        </p:txBody>
      </p:sp>
      <p:sp>
        <p:nvSpPr>
          <p:cNvPr id="336" name="Google Shape;336;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pic>
        <p:nvPicPr>
          <p:cNvPr id="337" name="Google Shape;337;p21">
            <a:hlinkClick r:id="rId3"/>
          </p:cNvPr>
          <p:cNvPicPr preferRelativeResize="0"/>
          <p:nvPr/>
        </p:nvPicPr>
        <p:blipFill rotWithShape="1">
          <a:blip r:embed="rId4">
            <a:alphaModFix/>
          </a:blip>
          <a:srcRect/>
          <a:stretch/>
        </p:blipFill>
        <p:spPr>
          <a:xfrm>
            <a:off x="4995488" y="1462892"/>
            <a:ext cx="7017159" cy="3932216"/>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lvl="0"/>
            <a:r>
              <a:rPr lang="en-US" dirty="0"/>
              <a:t>Comments in HTML</a:t>
            </a:r>
            <a:br>
              <a:rPr lang="en-US" dirty="0"/>
            </a:br>
            <a:r>
              <a:rPr lang="en-US" sz="2000" dirty="0">
                <a:hlinkClick r:id="rId3"/>
              </a:rPr>
              <a:t>https://www.w3schools.com/html/html_comments.asp</a:t>
            </a:r>
            <a:r>
              <a:rPr lang="en-US" sz="2000" dirty="0"/>
              <a:t> </a:t>
            </a:r>
            <a:endParaRPr sz="2000" dirty="0"/>
          </a:p>
        </p:txBody>
      </p:sp>
      <p:sp>
        <p:nvSpPr>
          <p:cNvPr id="343" name="Google Shape;343;p2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In HTML, comments are used to leave noted or explanations in the code. Comments are not displayed in </a:t>
            </a:r>
            <a:r>
              <a:rPr lang="en-US"/>
              <a:t>the browser:</a:t>
            </a:r>
            <a:endParaRPr lang="en-US" dirty="0"/>
          </a:p>
          <a:p>
            <a:pPr marL="228600" lvl="0" indent="-228600" algn="l" rtl="0">
              <a:lnSpc>
                <a:spcPct val="90000"/>
              </a:lnSpc>
              <a:spcBef>
                <a:spcPts val="0"/>
              </a:spcBef>
              <a:spcAft>
                <a:spcPts val="0"/>
              </a:spcAft>
              <a:buClr>
                <a:schemeClr val="dk1"/>
              </a:buClr>
              <a:buSzPts val="2800"/>
              <a:buChar char="•"/>
            </a:pPr>
            <a:endParaRPr lang="en-US" dirty="0"/>
          </a:p>
          <a:p>
            <a:pPr marL="228600" lvl="0" indent="-228600" algn="l" rtl="0">
              <a:lnSpc>
                <a:spcPct val="90000"/>
              </a:lnSpc>
              <a:spcBef>
                <a:spcPts val="0"/>
              </a:spcBef>
              <a:spcAft>
                <a:spcPts val="0"/>
              </a:spcAft>
              <a:buClr>
                <a:schemeClr val="dk1"/>
              </a:buClr>
              <a:buSzPts val="2800"/>
              <a:buChar char="•"/>
            </a:pPr>
            <a:endParaRPr lang="en-US" dirty="0"/>
          </a:p>
          <a:p>
            <a:pPr marL="228600" lvl="0" indent="-228600" algn="l" rtl="0">
              <a:lnSpc>
                <a:spcPct val="90000"/>
              </a:lnSpc>
              <a:spcBef>
                <a:spcPts val="0"/>
              </a:spcBef>
              <a:spcAft>
                <a:spcPts val="0"/>
              </a:spcAft>
              <a:buClr>
                <a:schemeClr val="dk1"/>
              </a:buClr>
              <a:buSzPts val="2800"/>
              <a:buChar char="•"/>
            </a:pPr>
            <a:endParaRPr lang="en-US" dirty="0"/>
          </a:p>
          <a:p>
            <a:pPr marL="228600" lvl="0" indent="-228600" algn="l" rtl="0">
              <a:lnSpc>
                <a:spcPct val="90000"/>
              </a:lnSpc>
              <a:spcBef>
                <a:spcPts val="0"/>
              </a:spcBef>
              <a:spcAft>
                <a:spcPts val="0"/>
              </a:spcAft>
              <a:buClr>
                <a:schemeClr val="dk1"/>
              </a:buClr>
              <a:buSzPts val="2800"/>
              <a:buChar char="•"/>
            </a:pPr>
            <a:r>
              <a:rPr lang="en-US" dirty="0"/>
              <a:t>Comments can be used to hide parts in the middle of the HTML code.</a:t>
            </a:r>
            <a:endParaRPr dirty="0"/>
          </a:p>
        </p:txBody>
      </p:sp>
      <p:sp>
        <p:nvSpPr>
          <p:cNvPr id="344" name="Google Shape;344;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sp>
        <p:nvSpPr>
          <p:cNvPr id="2" name="TextBox 1">
            <a:extLst>
              <a:ext uri="{FF2B5EF4-FFF2-40B4-BE49-F238E27FC236}">
                <a16:creationId xmlns:a16="http://schemas.microsoft.com/office/drawing/2014/main" id="{AA041210-8A54-D377-B8D7-C02064CF7236}"/>
              </a:ext>
            </a:extLst>
          </p:cNvPr>
          <p:cNvSpPr txBox="1"/>
          <p:nvPr/>
        </p:nvSpPr>
        <p:spPr>
          <a:xfrm>
            <a:off x="1812173" y="2810184"/>
            <a:ext cx="7564583" cy="523220"/>
          </a:xfrm>
          <a:prstGeom prst="rect">
            <a:avLst/>
          </a:prstGeom>
          <a:noFill/>
        </p:spPr>
        <p:txBody>
          <a:bodyPr wrap="square" rtlCol="0">
            <a:spAutoFit/>
          </a:bodyPr>
          <a:lstStyle/>
          <a:p>
            <a:r>
              <a:rPr lang="en-US" sz="2800" dirty="0">
                <a:solidFill>
                  <a:srgbClr val="FF0000"/>
                </a:solidFill>
              </a:rPr>
              <a:t>&lt;!--</a:t>
            </a:r>
            <a:r>
              <a:rPr lang="en-US" sz="2800" dirty="0">
                <a:solidFill>
                  <a:srgbClr val="00B050"/>
                </a:solidFill>
              </a:rPr>
              <a:t> </a:t>
            </a:r>
            <a:r>
              <a:rPr lang="en-US" sz="2800" dirty="0">
                <a:solidFill>
                  <a:schemeClr val="tx1"/>
                </a:solidFill>
              </a:rPr>
              <a:t>comments  </a:t>
            </a:r>
            <a:r>
              <a:rPr lang="en-US" sz="2800" dirty="0">
                <a:solidFill>
                  <a:srgbClr val="FF0000"/>
                </a:solidFill>
              </a:rPr>
              <a:t>--&gt;</a:t>
            </a:r>
            <a:endParaRPr lang="en-GB" sz="2800" dirty="0">
              <a:solidFill>
                <a:srgbClr val="FF0000"/>
              </a:solidFill>
            </a:endParaRPr>
          </a:p>
        </p:txBody>
      </p:sp>
      <p:sp>
        <p:nvSpPr>
          <p:cNvPr id="4" name="TextBox 3">
            <a:extLst>
              <a:ext uri="{FF2B5EF4-FFF2-40B4-BE49-F238E27FC236}">
                <a16:creationId xmlns:a16="http://schemas.microsoft.com/office/drawing/2014/main" id="{36C2E8C5-98F2-F67B-9239-5328FED0EC82}"/>
              </a:ext>
            </a:extLst>
          </p:cNvPr>
          <p:cNvSpPr txBox="1"/>
          <p:nvPr/>
        </p:nvSpPr>
        <p:spPr>
          <a:xfrm>
            <a:off x="1582187" y="4625130"/>
            <a:ext cx="7564583" cy="523220"/>
          </a:xfrm>
          <a:prstGeom prst="rect">
            <a:avLst/>
          </a:prstGeom>
          <a:noFill/>
        </p:spPr>
        <p:txBody>
          <a:bodyPr wrap="square" rtlCol="0">
            <a:spAutoFit/>
          </a:bodyPr>
          <a:lstStyle/>
          <a:p>
            <a:r>
              <a:rPr lang="en-US" sz="2800" dirty="0">
                <a:highlight>
                  <a:srgbClr val="FFFF00"/>
                </a:highlight>
              </a:rPr>
              <a:t>&lt;p&gt;</a:t>
            </a:r>
            <a:r>
              <a:rPr lang="en-US" sz="2800" dirty="0"/>
              <a:t>This </a:t>
            </a:r>
            <a:r>
              <a:rPr lang="en-US" sz="2800" dirty="0">
                <a:solidFill>
                  <a:srgbClr val="FF0000"/>
                </a:solidFill>
              </a:rPr>
              <a:t>&lt;!--</a:t>
            </a:r>
            <a:r>
              <a:rPr lang="en-US" sz="2800" dirty="0"/>
              <a:t> great text </a:t>
            </a:r>
            <a:r>
              <a:rPr lang="en-US" sz="2800" dirty="0">
                <a:solidFill>
                  <a:srgbClr val="FF0000"/>
                </a:solidFill>
              </a:rPr>
              <a:t>--&gt;</a:t>
            </a:r>
            <a:r>
              <a:rPr lang="en-US" sz="2800" dirty="0"/>
              <a:t> is a paragraph.</a:t>
            </a:r>
            <a:r>
              <a:rPr lang="en-US" sz="2800" dirty="0">
                <a:highlight>
                  <a:srgbClr val="FFFF00"/>
                </a:highlight>
              </a:rPr>
              <a:t>&lt;/p&gt;</a:t>
            </a:r>
            <a:endParaRPr lang="en-GB" sz="2800" dirty="0">
              <a:solidFill>
                <a:srgbClr val="FF0000"/>
              </a:solidFill>
              <a:highlight>
                <a:srgbClr val="FFFF00"/>
              </a:high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41">
          <a:extLst>
            <a:ext uri="{FF2B5EF4-FFF2-40B4-BE49-F238E27FC236}">
              <a16:creationId xmlns:a16="http://schemas.microsoft.com/office/drawing/2014/main" id="{984F6D7C-4B20-C650-214F-0DA5FDC7E164}"/>
            </a:ext>
          </a:extLst>
        </p:cNvPr>
        <p:cNvGrpSpPr/>
        <p:nvPr/>
      </p:nvGrpSpPr>
      <p:grpSpPr>
        <a:xfrm>
          <a:off x="0" y="0"/>
          <a:ext cx="0" cy="0"/>
          <a:chOff x="0" y="0"/>
          <a:chExt cx="0" cy="0"/>
        </a:xfrm>
      </p:grpSpPr>
      <p:sp>
        <p:nvSpPr>
          <p:cNvPr id="342" name="Google Shape;342;p22">
            <a:extLst>
              <a:ext uri="{FF2B5EF4-FFF2-40B4-BE49-F238E27FC236}">
                <a16:creationId xmlns:a16="http://schemas.microsoft.com/office/drawing/2014/main" id="{C859D090-9B71-EB69-B56E-5FB3DAE93336}"/>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Metadata</a:t>
            </a:r>
            <a:endParaRPr/>
          </a:p>
        </p:txBody>
      </p:sp>
      <p:sp>
        <p:nvSpPr>
          <p:cNvPr id="343" name="Google Shape;343;p22">
            <a:extLst>
              <a:ext uri="{FF2B5EF4-FFF2-40B4-BE49-F238E27FC236}">
                <a16:creationId xmlns:a16="http://schemas.microsoft.com/office/drawing/2014/main" id="{CAB44BDF-A2F1-E0F0-5A24-3B583DF175F8}"/>
              </a:ext>
            </a:extLst>
          </p:cNvPr>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Metadata use to provide information about the webpage that’s is not displayed directly on the page itself.</a:t>
            </a:r>
            <a:endParaRPr dirty="0"/>
          </a:p>
          <a:p>
            <a:pPr marL="228600" lvl="0" indent="-228600" algn="l" rtl="0">
              <a:lnSpc>
                <a:spcPct val="90000"/>
              </a:lnSpc>
              <a:spcBef>
                <a:spcPts val="1000"/>
              </a:spcBef>
              <a:spcAft>
                <a:spcPts val="0"/>
              </a:spcAft>
              <a:buClr>
                <a:schemeClr val="dk1"/>
              </a:buClr>
              <a:buSzPts val="2800"/>
              <a:buChar char="•"/>
            </a:pPr>
            <a:r>
              <a:rPr lang="en-US" dirty="0"/>
              <a:t>Use of Metadata:</a:t>
            </a:r>
            <a:endParaRPr dirty="0"/>
          </a:p>
          <a:p>
            <a:pPr marL="808038" lvl="0" indent="-228600" algn="l" rtl="0">
              <a:lnSpc>
                <a:spcPct val="90000"/>
              </a:lnSpc>
              <a:spcBef>
                <a:spcPts val="1000"/>
              </a:spcBef>
              <a:spcAft>
                <a:spcPts val="0"/>
              </a:spcAft>
              <a:buClr>
                <a:schemeClr val="dk1"/>
              </a:buClr>
              <a:buSzPts val="2800"/>
              <a:buFont typeface="Noto Sans Symbols"/>
              <a:buChar char="⮚"/>
            </a:pPr>
            <a:r>
              <a:rPr lang="en-US" dirty="0"/>
              <a:t>Specifying character encoding</a:t>
            </a:r>
            <a:endParaRPr dirty="0"/>
          </a:p>
          <a:p>
            <a:pPr marL="808038" lvl="0" indent="-228600" algn="l" rtl="0">
              <a:lnSpc>
                <a:spcPct val="90000"/>
              </a:lnSpc>
              <a:spcBef>
                <a:spcPts val="1000"/>
              </a:spcBef>
              <a:spcAft>
                <a:spcPts val="0"/>
              </a:spcAft>
              <a:buClr>
                <a:schemeClr val="dk1"/>
              </a:buClr>
              <a:buSzPts val="2800"/>
              <a:buFont typeface="Noto Sans Symbols"/>
              <a:buChar char="⮚"/>
            </a:pPr>
            <a:r>
              <a:rPr lang="en-US" dirty="0"/>
              <a:t> webpage is responsive to different screen size</a:t>
            </a:r>
            <a:endParaRPr dirty="0"/>
          </a:p>
          <a:p>
            <a:pPr marL="808038" lvl="0" indent="-228600" algn="l" rtl="0">
              <a:lnSpc>
                <a:spcPct val="90000"/>
              </a:lnSpc>
              <a:spcBef>
                <a:spcPts val="1000"/>
              </a:spcBef>
              <a:spcAft>
                <a:spcPts val="0"/>
              </a:spcAft>
              <a:buClr>
                <a:schemeClr val="dk1"/>
              </a:buClr>
              <a:buSzPts val="2800"/>
              <a:buFont typeface="Noto Sans Symbols"/>
              <a:buChar char="⮚"/>
            </a:pPr>
            <a:r>
              <a:rPr lang="en-US" dirty="0"/>
              <a:t> Defining content ownership</a:t>
            </a:r>
            <a:endParaRPr dirty="0"/>
          </a:p>
        </p:txBody>
      </p:sp>
      <p:sp>
        <p:nvSpPr>
          <p:cNvPr id="344" name="Google Shape;344;p22">
            <a:extLst>
              <a:ext uri="{FF2B5EF4-FFF2-40B4-BE49-F238E27FC236}">
                <a16:creationId xmlns:a16="http://schemas.microsoft.com/office/drawing/2014/main" id="{5D37C51A-6F88-4A0D-74C7-9EDE9474B47B}"/>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pic>
        <p:nvPicPr>
          <p:cNvPr id="345" name="Google Shape;345;p22">
            <a:extLst>
              <a:ext uri="{FF2B5EF4-FFF2-40B4-BE49-F238E27FC236}">
                <a16:creationId xmlns:a16="http://schemas.microsoft.com/office/drawing/2014/main" id="{B1BA1502-1292-70F0-4E3C-A0421F034673}"/>
              </a:ext>
            </a:extLst>
          </p:cNvPr>
          <p:cNvPicPr preferRelativeResize="0"/>
          <p:nvPr/>
        </p:nvPicPr>
        <p:blipFill rotWithShape="1">
          <a:blip r:embed="rId3">
            <a:alphaModFix/>
          </a:blip>
          <a:srcRect/>
          <a:stretch/>
        </p:blipFill>
        <p:spPr>
          <a:xfrm>
            <a:off x="6492443" y="3252787"/>
            <a:ext cx="3343275" cy="352425"/>
          </a:xfrm>
          <a:prstGeom prst="rect">
            <a:avLst/>
          </a:prstGeom>
          <a:noFill/>
          <a:ln>
            <a:noFill/>
          </a:ln>
        </p:spPr>
      </p:pic>
      <p:pic>
        <p:nvPicPr>
          <p:cNvPr id="346" name="Google Shape;346;p22">
            <a:extLst>
              <a:ext uri="{FF2B5EF4-FFF2-40B4-BE49-F238E27FC236}">
                <a16:creationId xmlns:a16="http://schemas.microsoft.com/office/drawing/2014/main" id="{55A3A08A-1E80-0A9C-BAD9-7F9DE3441326}"/>
              </a:ext>
            </a:extLst>
          </p:cNvPr>
          <p:cNvPicPr preferRelativeResize="0"/>
          <p:nvPr/>
        </p:nvPicPr>
        <p:blipFill rotWithShape="1">
          <a:blip r:embed="rId4">
            <a:alphaModFix/>
          </a:blip>
          <a:srcRect/>
          <a:stretch/>
        </p:blipFill>
        <p:spPr>
          <a:xfrm>
            <a:off x="8743765" y="3825081"/>
            <a:ext cx="3314700" cy="352425"/>
          </a:xfrm>
          <a:prstGeom prst="rect">
            <a:avLst/>
          </a:prstGeom>
          <a:noFill/>
          <a:ln>
            <a:noFill/>
          </a:ln>
        </p:spPr>
      </p:pic>
      <p:pic>
        <p:nvPicPr>
          <p:cNvPr id="347" name="Google Shape;347;p22">
            <a:extLst>
              <a:ext uri="{FF2B5EF4-FFF2-40B4-BE49-F238E27FC236}">
                <a16:creationId xmlns:a16="http://schemas.microsoft.com/office/drawing/2014/main" id="{A08F7B73-26CD-EDAF-7744-63BFF246EA92}"/>
              </a:ext>
            </a:extLst>
          </p:cNvPr>
          <p:cNvPicPr preferRelativeResize="0"/>
          <p:nvPr/>
        </p:nvPicPr>
        <p:blipFill rotWithShape="1">
          <a:blip r:embed="rId5">
            <a:alphaModFix/>
          </a:blip>
          <a:srcRect/>
          <a:stretch/>
        </p:blipFill>
        <p:spPr>
          <a:xfrm>
            <a:off x="6096000" y="4409565"/>
            <a:ext cx="3028950" cy="323850"/>
          </a:xfrm>
          <a:prstGeom prst="rect">
            <a:avLst/>
          </a:prstGeom>
          <a:noFill/>
          <a:ln>
            <a:noFill/>
          </a:ln>
        </p:spPr>
      </p:pic>
      <p:pic>
        <p:nvPicPr>
          <p:cNvPr id="348" name="Google Shape;348;p22">
            <a:extLst>
              <a:ext uri="{FF2B5EF4-FFF2-40B4-BE49-F238E27FC236}">
                <a16:creationId xmlns:a16="http://schemas.microsoft.com/office/drawing/2014/main" id="{02CED9B7-47E8-DBA0-C3EC-1BD1D5B8E2D5}"/>
              </a:ext>
            </a:extLst>
          </p:cNvPr>
          <p:cNvPicPr preferRelativeResize="0"/>
          <p:nvPr/>
        </p:nvPicPr>
        <p:blipFill rotWithShape="1">
          <a:blip r:embed="rId6">
            <a:alphaModFix/>
          </a:blip>
          <a:srcRect/>
          <a:stretch/>
        </p:blipFill>
        <p:spPr>
          <a:xfrm>
            <a:off x="7375081" y="391732"/>
            <a:ext cx="4165890" cy="1046057"/>
          </a:xfrm>
          <a:prstGeom prst="rect">
            <a:avLst/>
          </a:prstGeom>
          <a:noFill/>
          <a:ln>
            <a:noFill/>
          </a:ln>
        </p:spPr>
      </p:pic>
    </p:spTree>
    <p:extLst>
      <p:ext uri="{BB962C8B-B14F-4D97-AF65-F5344CB8AC3E}">
        <p14:creationId xmlns:p14="http://schemas.microsoft.com/office/powerpoint/2010/main" val="2506307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23"/>
          <p:cNvSpPr txBox="1">
            <a:spLocks noGrp="1"/>
          </p:cNvSpPr>
          <p:nvPr>
            <p:ph type="title"/>
          </p:nvPr>
        </p:nvSpPr>
        <p:spPr>
          <a:xfrm>
            <a:off x="838200" y="2766218"/>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a:t>Lab Practical</a:t>
            </a:r>
            <a:endParaRPr/>
          </a:p>
        </p:txBody>
      </p:sp>
      <p:sp>
        <p:nvSpPr>
          <p:cNvPr id="354" name="Google Shape;354;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Class Activity 1</a:t>
            </a:r>
            <a:endParaRPr/>
          </a:p>
        </p:txBody>
      </p:sp>
      <p:sp>
        <p:nvSpPr>
          <p:cNvPr id="360" name="Google Shape;360;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sp>
        <p:nvSpPr>
          <p:cNvPr id="361" name="Google Shape;361;p24"/>
          <p:cNvSpPr txBox="1">
            <a:spLocks noGrp="1"/>
          </p:cNvSpPr>
          <p:nvPr>
            <p:ph type="body" idx="1"/>
          </p:nvPr>
        </p:nvSpPr>
        <p:spPr>
          <a:xfrm>
            <a:off x="838200" y="1758832"/>
            <a:ext cx="9344487" cy="59614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1800"/>
              <a:buNone/>
            </a:pPr>
            <a:r>
              <a:rPr lang="en-US" sz="1800">
                <a:solidFill>
                  <a:schemeClr val="dk1"/>
                </a:solidFill>
                <a:latin typeface="Calibri"/>
                <a:ea typeface="Calibri"/>
                <a:cs typeface="Calibri"/>
                <a:sym typeface="Calibri"/>
              </a:rPr>
              <a:t>Try to write the code based on the picture above by using the right elements.</a:t>
            </a:r>
            <a:endParaRPr/>
          </a:p>
        </p:txBody>
      </p:sp>
      <p:pic>
        <p:nvPicPr>
          <p:cNvPr id="362" name="Google Shape;362;p24"/>
          <p:cNvPicPr preferRelativeResize="0"/>
          <p:nvPr/>
        </p:nvPicPr>
        <p:blipFill rotWithShape="1">
          <a:blip r:embed="rId3">
            <a:alphaModFix/>
          </a:blip>
          <a:srcRect/>
          <a:stretch/>
        </p:blipFill>
        <p:spPr>
          <a:xfrm>
            <a:off x="2229100" y="2354972"/>
            <a:ext cx="6265195" cy="3178186"/>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sp>
        <p:nvSpPr>
          <p:cNvPr id="368" name="Google Shape;368;p25"/>
          <p:cNvSpPr txBox="1"/>
          <p:nvPr/>
        </p:nvSpPr>
        <p:spPr>
          <a:xfrm>
            <a:off x="891961" y="1137032"/>
            <a:ext cx="9555821" cy="2261260"/>
          </a:xfrm>
          <a:prstGeom prst="rect">
            <a:avLst/>
          </a:prstGeom>
          <a:noFill/>
          <a:ln>
            <a:noFill/>
          </a:ln>
        </p:spPr>
        <p:txBody>
          <a:bodyPr spcFirstLastPara="1" wrap="square" lIns="91425" tIns="45700" rIns="91425" bIns="45700" anchor="t" anchorCtr="0">
            <a:spAutoFit/>
          </a:bodyPr>
          <a:lstStyle/>
          <a:p>
            <a:pPr marL="0" marR="0" lvl="0" indent="0" algn="l" rtl="0">
              <a:lnSpc>
                <a:spcPct val="79166"/>
              </a:lnSpc>
              <a:spcBef>
                <a:spcPts val="0"/>
              </a:spcBef>
              <a:spcAft>
                <a:spcPts val="0"/>
              </a:spcAft>
              <a:buNone/>
            </a:pPr>
            <a:r>
              <a:rPr lang="en-US" sz="1800" b="0">
                <a:solidFill>
                  <a:srgbClr val="808080"/>
                </a:solidFill>
                <a:latin typeface="Consolas"/>
                <a:ea typeface="Consolas"/>
                <a:cs typeface="Consolas"/>
                <a:sym typeface="Consolas"/>
              </a:rPr>
              <a:t>&lt;!</a:t>
            </a:r>
            <a:r>
              <a:rPr lang="en-US" sz="1800" b="0">
                <a:solidFill>
                  <a:srgbClr val="569CD6"/>
                </a:solidFill>
                <a:latin typeface="Consolas"/>
                <a:ea typeface="Consolas"/>
                <a:cs typeface="Consolas"/>
                <a:sym typeface="Consolas"/>
              </a:rPr>
              <a:t>DOCTYPE</a:t>
            </a:r>
            <a:r>
              <a:rPr lang="en-US" sz="1800" b="0">
                <a:solidFill>
                  <a:srgbClr val="CCCCCC"/>
                </a:solidFill>
                <a:latin typeface="Consolas"/>
                <a:ea typeface="Consolas"/>
                <a:cs typeface="Consolas"/>
                <a:sym typeface="Consolas"/>
              </a:rPr>
              <a:t> </a:t>
            </a:r>
            <a:r>
              <a:rPr lang="en-US" sz="1800" b="0">
                <a:solidFill>
                  <a:srgbClr val="9CDCFE"/>
                </a:solidFill>
                <a:latin typeface="Consolas"/>
                <a:ea typeface="Consolas"/>
                <a:cs typeface="Consolas"/>
                <a:sym typeface="Consolas"/>
              </a:rPr>
              <a:t>html</a:t>
            </a:r>
            <a:r>
              <a:rPr lang="en-US" sz="1800" b="0">
                <a:solidFill>
                  <a:srgbClr val="808080"/>
                </a:solidFill>
                <a:latin typeface="Consolas"/>
                <a:ea typeface="Consolas"/>
                <a:cs typeface="Consolas"/>
                <a:sym typeface="Consolas"/>
              </a:rPr>
              <a:t>&gt;</a:t>
            </a:r>
            <a:endParaRPr sz="1800" b="0">
              <a:solidFill>
                <a:srgbClr val="CCCCCC"/>
              </a:solidFill>
              <a:latin typeface="Consolas"/>
              <a:ea typeface="Consolas"/>
              <a:cs typeface="Consolas"/>
              <a:sym typeface="Consolas"/>
            </a:endParaRPr>
          </a:p>
          <a:p>
            <a:pPr marL="0" marR="0" lvl="0" indent="0" algn="l" rtl="0">
              <a:lnSpc>
                <a:spcPct val="79166"/>
              </a:lnSpc>
              <a:spcBef>
                <a:spcPts val="0"/>
              </a:spcBef>
              <a:spcAft>
                <a:spcPts val="0"/>
              </a:spcAft>
              <a:buNone/>
            </a:pPr>
            <a:r>
              <a:rPr lang="en-US" sz="1800" b="0">
                <a:solidFill>
                  <a:srgbClr val="808080"/>
                </a:solidFill>
                <a:latin typeface="Consolas"/>
                <a:ea typeface="Consolas"/>
                <a:cs typeface="Consolas"/>
                <a:sym typeface="Consolas"/>
              </a:rPr>
              <a:t>&lt;</a:t>
            </a:r>
            <a:r>
              <a:rPr lang="en-US" sz="1800" b="0">
                <a:solidFill>
                  <a:srgbClr val="569CD6"/>
                </a:solidFill>
                <a:latin typeface="Consolas"/>
                <a:ea typeface="Consolas"/>
                <a:cs typeface="Consolas"/>
                <a:sym typeface="Consolas"/>
              </a:rPr>
              <a:t>html</a:t>
            </a:r>
            <a:r>
              <a:rPr lang="en-US" sz="1800" b="0">
                <a:solidFill>
                  <a:srgbClr val="CCCCCC"/>
                </a:solidFill>
                <a:latin typeface="Consolas"/>
                <a:ea typeface="Consolas"/>
                <a:cs typeface="Consolas"/>
                <a:sym typeface="Consolas"/>
              </a:rPr>
              <a:t> </a:t>
            </a:r>
            <a:r>
              <a:rPr lang="en-US" sz="1800" b="0">
                <a:solidFill>
                  <a:srgbClr val="9CDCFE"/>
                </a:solidFill>
                <a:latin typeface="Consolas"/>
                <a:ea typeface="Consolas"/>
                <a:cs typeface="Consolas"/>
                <a:sym typeface="Consolas"/>
              </a:rPr>
              <a:t>lang</a:t>
            </a:r>
            <a:r>
              <a:rPr lang="en-US" sz="1800" b="0">
                <a:solidFill>
                  <a:srgbClr val="CCCCCC"/>
                </a:solidFill>
                <a:latin typeface="Consolas"/>
                <a:ea typeface="Consolas"/>
                <a:cs typeface="Consolas"/>
                <a:sym typeface="Consolas"/>
              </a:rPr>
              <a:t>=</a:t>
            </a:r>
            <a:r>
              <a:rPr lang="en-US" sz="1800" b="0">
                <a:solidFill>
                  <a:srgbClr val="CE9178"/>
                </a:solidFill>
                <a:latin typeface="Consolas"/>
                <a:ea typeface="Consolas"/>
                <a:cs typeface="Consolas"/>
                <a:sym typeface="Consolas"/>
              </a:rPr>
              <a:t>"en"</a:t>
            </a:r>
            <a:r>
              <a:rPr lang="en-US" sz="1800" b="0">
                <a:solidFill>
                  <a:srgbClr val="808080"/>
                </a:solidFill>
                <a:latin typeface="Consolas"/>
                <a:ea typeface="Consolas"/>
                <a:cs typeface="Consolas"/>
                <a:sym typeface="Consolas"/>
              </a:rPr>
              <a:t>&gt;</a:t>
            </a:r>
            <a:endParaRPr sz="1800" b="0">
              <a:solidFill>
                <a:srgbClr val="CCCCCC"/>
              </a:solidFill>
              <a:latin typeface="Consolas"/>
              <a:ea typeface="Consolas"/>
              <a:cs typeface="Consolas"/>
              <a:sym typeface="Consolas"/>
            </a:endParaRPr>
          </a:p>
          <a:p>
            <a:pPr marL="0" marR="0" lvl="0" indent="0" algn="l" rtl="0">
              <a:lnSpc>
                <a:spcPct val="79166"/>
              </a:lnSpc>
              <a:spcBef>
                <a:spcPts val="0"/>
              </a:spcBef>
              <a:spcAft>
                <a:spcPts val="0"/>
              </a:spcAft>
              <a:buNone/>
            </a:pPr>
            <a:r>
              <a:rPr lang="en-US" sz="1800" b="0">
                <a:solidFill>
                  <a:srgbClr val="808080"/>
                </a:solidFill>
                <a:latin typeface="Consolas"/>
                <a:ea typeface="Consolas"/>
                <a:cs typeface="Consolas"/>
                <a:sym typeface="Consolas"/>
              </a:rPr>
              <a:t>&lt;</a:t>
            </a:r>
            <a:r>
              <a:rPr lang="en-US" sz="1800" b="0">
                <a:solidFill>
                  <a:srgbClr val="569CD6"/>
                </a:solidFill>
                <a:latin typeface="Consolas"/>
                <a:ea typeface="Consolas"/>
                <a:cs typeface="Consolas"/>
                <a:sym typeface="Consolas"/>
              </a:rPr>
              <a:t>head</a:t>
            </a:r>
            <a:r>
              <a:rPr lang="en-US" sz="1800" b="0">
                <a:solidFill>
                  <a:srgbClr val="808080"/>
                </a:solidFill>
                <a:latin typeface="Consolas"/>
                <a:ea typeface="Consolas"/>
                <a:cs typeface="Consolas"/>
                <a:sym typeface="Consolas"/>
              </a:rPr>
              <a:t>&gt;</a:t>
            </a:r>
            <a:endParaRPr sz="1800" b="0">
              <a:solidFill>
                <a:srgbClr val="CCCCCC"/>
              </a:solidFill>
              <a:latin typeface="Consolas"/>
              <a:ea typeface="Consolas"/>
              <a:cs typeface="Consolas"/>
              <a:sym typeface="Consolas"/>
            </a:endParaRPr>
          </a:p>
          <a:p>
            <a:pPr marL="0" marR="0" lvl="0" indent="0" algn="l" rtl="0">
              <a:lnSpc>
                <a:spcPct val="79166"/>
              </a:lnSpc>
              <a:spcBef>
                <a:spcPts val="0"/>
              </a:spcBef>
              <a:spcAft>
                <a:spcPts val="0"/>
              </a:spcAft>
              <a:buNone/>
            </a:pPr>
            <a:r>
              <a:rPr lang="en-US" sz="1800" b="0">
                <a:solidFill>
                  <a:srgbClr val="CCCCCC"/>
                </a:solidFill>
                <a:latin typeface="Consolas"/>
                <a:ea typeface="Consolas"/>
                <a:cs typeface="Consolas"/>
                <a:sym typeface="Consolas"/>
              </a:rPr>
              <a:t>    </a:t>
            </a:r>
            <a:r>
              <a:rPr lang="en-US" sz="1800" b="0">
                <a:solidFill>
                  <a:srgbClr val="808080"/>
                </a:solidFill>
                <a:latin typeface="Consolas"/>
                <a:ea typeface="Consolas"/>
                <a:cs typeface="Consolas"/>
                <a:sym typeface="Consolas"/>
              </a:rPr>
              <a:t>&lt;</a:t>
            </a:r>
            <a:r>
              <a:rPr lang="en-US" sz="1800" b="0">
                <a:solidFill>
                  <a:srgbClr val="569CD6"/>
                </a:solidFill>
                <a:latin typeface="Consolas"/>
                <a:ea typeface="Consolas"/>
                <a:cs typeface="Consolas"/>
                <a:sym typeface="Consolas"/>
              </a:rPr>
              <a:t>meta</a:t>
            </a:r>
            <a:r>
              <a:rPr lang="en-US" sz="1800" b="0">
                <a:solidFill>
                  <a:srgbClr val="CCCCCC"/>
                </a:solidFill>
                <a:latin typeface="Consolas"/>
                <a:ea typeface="Consolas"/>
                <a:cs typeface="Consolas"/>
                <a:sym typeface="Consolas"/>
              </a:rPr>
              <a:t> </a:t>
            </a:r>
            <a:r>
              <a:rPr lang="en-US" sz="1800" b="0">
                <a:solidFill>
                  <a:srgbClr val="9CDCFE"/>
                </a:solidFill>
                <a:latin typeface="Consolas"/>
                <a:ea typeface="Consolas"/>
                <a:cs typeface="Consolas"/>
                <a:sym typeface="Consolas"/>
              </a:rPr>
              <a:t>charset</a:t>
            </a:r>
            <a:r>
              <a:rPr lang="en-US" sz="1800" b="0">
                <a:solidFill>
                  <a:srgbClr val="CCCCCC"/>
                </a:solidFill>
                <a:latin typeface="Consolas"/>
                <a:ea typeface="Consolas"/>
                <a:cs typeface="Consolas"/>
                <a:sym typeface="Consolas"/>
              </a:rPr>
              <a:t>=</a:t>
            </a:r>
            <a:r>
              <a:rPr lang="en-US" sz="1800" b="0">
                <a:solidFill>
                  <a:srgbClr val="CE9178"/>
                </a:solidFill>
                <a:latin typeface="Consolas"/>
                <a:ea typeface="Consolas"/>
                <a:cs typeface="Consolas"/>
                <a:sym typeface="Consolas"/>
              </a:rPr>
              <a:t>"UTF-8"</a:t>
            </a:r>
            <a:r>
              <a:rPr lang="en-US" sz="1800" b="0">
                <a:solidFill>
                  <a:srgbClr val="808080"/>
                </a:solidFill>
                <a:latin typeface="Consolas"/>
                <a:ea typeface="Consolas"/>
                <a:cs typeface="Consolas"/>
                <a:sym typeface="Consolas"/>
              </a:rPr>
              <a:t>&gt;</a:t>
            </a:r>
            <a:endParaRPr sz="1800" b="0">
              <a:solidFill>
                <a:srgbClr val="CCCCCC"/>
              </a:solidFill>
              <a:latin typeface="Consolas"/>
              <a:ea typeface="Consolas"/>
              <a:cs typeface="Consolas"/>
              <a:sym typeface="Consolas"/>
            </a:endParaRPr>
          </a:p>
          <a:p>
            <a:pPr marL="0" marR="0" lvl="0" indent="0" algn="l" rtl="0">
              <a:lnSpc>
                <a:spcPct val="79166"/>
              </a:lnSpc>
              <a:spcBef>
                <a:spcPts val="0"/>
              </a:spcBef>
              <a:spcAft>
                <a:spcPts val="0"/>
              </a:spcAft>
              <a:buNone/>
            </a:pPr>
            <a:r>
              <a:rPr lang="en-US" sz="1800" b="0">
                <a:solidFill>
                  <a:srgbClr val="CCCCCC"/>
                </a:solidFill>
                <a:latin typeface="Consolas"/>
                <a:ea typeface="Consolas"/>
                <a:cs typeface="Consolas"/>
                <a:sym typeface="Consolas"/>
              </a:rPr>
              <a:t>    </a:t>
            </a:r>
            <a:r>
              <a:rPr lang="en-US" sz="1800" b="0">
                <a:solidFill>
                  <a:srgbClr val="808080"/>
                </a:solidFill>
                <a:latin typeface="Consolas"/>
                <a:ea typeface="Consolas"/>
                <a:cs typeface="Consolas"/>
                <a:sym typeface="Consolas"/>
              </a:rPr>
              <a:t>&lt;</a:t>
            </a:r>
            <a:r>
              <a:rPr lang="en-US" sz="1800" b="0">
                <a:solidFill>
                  <a:srgbClr val="569CD6"/>
                </a:solidFill>
                <a:latin typeface="Consolas"/>
                <a:ea typeface="Consolas"/>
                <a:cs typeface="Consolas"/>
                <a:sym typeface="Consolas"/>
              </a:rPr>
              <a:t>meta</a:t>
            </a:r>
            <a:r>
              <a:rPr lang="en-US" sz="1800" b="0">
                <a:solidFill>
                  <a:srgbClr val="CCCCCC"/>
                </a:solidFill>
                <a:latin typeface="Consolas"/>
                <a:ea typeface="Consolas"/>
                <a:cs typeface="Consolas"/>
                <a:sym typeface="Consolas"/>
              </a:rPr>
              <a:t> </a:t>
            </a:r>
            <a:r>
              <a:rPr lang="en-US" sz="1800" b="0">
                <a:solidFill>
                  <a:srgbClr val="9CDCFE"/>
                </a:solidFill>
                <a:latin typeface="Consolas"/>
                <a:ea typeface="Consolas"/>
                <a:cs typeface="Consolas"/>
                <a:sym typeface="Consolas"/>
              </a:rPr>
              <a:t>name</a:t>
            </a:r>
            <a:r>
              <a:rPr lang="en-US" sz="1800" b="0">
                <a:solidFill>
                  <a:srgbClr val="CCCCCC"/>
                </a:solidFill>
                <a:latin typeface="Consolas"/>
                <a:ea typeface="Consolas"/>
                <a:cs typeface="Consolas"/>
                <a:sym typeface="Consolas"/>
              </a:rPr>
              <a:t>=</a:t>
            </a:r>
            <a:r>
              <a:rPr lang="en-US" sz="1800" b="0">
                <a:solidFill>
                  <a:srgbClr val="CE9178"/>
                </a:solidFill>
                <a:latin typeface="Consolas"/>
                <a:ea typeface="Consolas"/>
                <a:cs typeface="Consolas"/>
                <a:sym typeface="Consolas"/>
              </a:rPr>
              <a:t>"viewport"</a:t>
            </a:r>
            <a:r>
              <a:rPr lang="en-US" sz="1800" b="0">
                <a:solidFill>
                  <a:srgbClr val="CCCCCC"/>
                </a:solidFill>
                <a:latin typeface="Consolas"/>
                <a:ea typeface="Consolas"/>
                <a:cs typeface="Consolas"/>
                <a:sym typeface="Consolas"/>
              </a:rPr>
              <a:t> </a:t>
            </a:r>
            <a:r>
              <a:rPr lang="en-US" sz="1800" b="0">
                <a:solidFill>
                  <a:srgbClr val="9CDCFE"/>
                </a:solidFill>
                <a:latin typeface="Consolas"/>
                <a:ea typeface="Consolas"/>
                <a:cs typeface="Consolas"/>
                <a:sym typeface="Consolas"/>
              </a:rPr>
              <a:t>content</a:t>
            </a:r>
            <a:r>
              <a:rPr lang="en-US" sz="1800" b="0">
                <a:solidFill>
                  <a:srgbClr val="CCCCCC"/>
                </a:solidFill>
                <a:latin typeface="Consolas"/>
                <a:ea typeface="Consolas"/>
                <a:cs typeface="Consolas"/>
                <a:sym typeface="Consolas"/>
              </a:rPr>
              <a:t>=</a:t>
            </a:r>
            <a:r>
              <a:rPr lang="en-US" sz="1800" b="0">
                <a:solidFill>
                  <a:srgbClr val="CE9178"/>
                </a:solidFill>
                <a:latin typeface="Consolas"/>
                <a:ea typeface="Consolas"/>
                <a:cs typeface="Consolas"/>
                <a:sym typeface="Consolas"/>
              </a:rPr>
              <a:t>"width=device-width, initial-scale=1.0"</a:t>
            </a:r>
            <a:r>
              <a:rPr lang="en-US" sz="1800" b="0">
                <a:solidFill>
                  <a:srgbClr val="808080"/>
                </a:solidFill>
                <a:latin typeface="Consolas"/>
                <a:ea typeface="Consolas"/>
                <a:cs typeface="Consolas"/>
                <a:sym typeface="Consolas"/>
              </a:rPr>
              <a:t>&gt;</a:t>
            </a:r>
            <a:endParaRPr sz="1800" b="0">
              <a:solidFill>
                <a:srgbClr val="CCCCCC"/>
              </a:solidFill>
              <a:latin typeface="Consolas"/>
              <a:ea typeface="Consolas"/>
              <a:cs typeface="Consolas"/>
              <a:sym typeface="Consolas"/>
            </a:endParaRPr>
          </a:p>
          <a:p>
            <a:pPr marL="0" marR="0" lvl="0" indent="0" algn="l" rtl="0">
              <a:lnSpc>
                <a:spcPct val="79166"/>
              </a:lnSpc>
              <a:spcBef>
                <a:spcPts val="0"/>
              </a:spcBef>
              <a:spcAft>
                <a:spcPts val="0"/>
              </a:spcAft>
              <a:buNone/>
            </a:pPr>
            <a:r>
              <a:rPr lang="en-US" sz="1800" b="0">
                <a:solidFill>
                  <a:srgbClr val="CCCCCC"/>
                </a:solidFill>
                <a:latin typeface="Consolas"/>
                <a:ea typeface="Consolas"/>
                <a:cs typeface="Consolas"/>
                <a:sym typeface="Consolas"/>
              </a:rPr>
              <a:t>    </a:t>
            </a:r>
            <a:r>
              <a:rPr lang="en-US" sz="1800" b="0">
                <a:solidFill>
                  <a:srgbClr val="808080"/>
                </a:solidFill>
                <a:latin typeface="Consolas"/>
                <a:ea typeface="Consolas"/>
                <a:cs typeface="Consolas"/>
                <a:sym typeface="Consolas"/>
              </a:rPr>
              <a:t>&lt;</a:t>
            </a:r>
            <a:r>
              <a:rPr lang="en-US" sz="1800" b="0">
                <a:solidFill>
                  <a:srgbClr val="569CD6"/>
                </a:solidFill>
                <a:latin typeface="Consolas"/>
                <a:ea typeface="Consolas"/>
                <a:cs typeface="Consolas"/>
                <a:sym typeface="Consolas"/>
              </a:rPr>
              <a:t>title</a:t>
            </a:r>
            <a:r>
              <a:rPr lang="en-US" sz="1800" b="0">
                <a:solidFill>
                  <a:srgbClr val="808080"/>
                </a:solidFill>
                <a:latin typeface="Consolas"/>
                <a:ea typeface="Consolas"/>
                <a:cs typeface="Consolas"/>
                <a:sym typeface="Consolas"/>
              </a:rPr>
              <a:t>&gt;</a:t>
            </a:r>
            <a:r>
              <a:rPr lang="en-US" sz="1800" b="0">
                <a:solidFill>
                  <a:srgbClr val="CCCCCC"/>
                </a:solidFill>
                <a:latin typeface="Consolas"/>
                <a:ea typeface="Consolas"/>
                <a:cs typeface="Consolas"/>
                <a:sym typeface="Consolas"/>
              </a:rPr>
              <a:t>My First Web Page!</a:t>
            </a:r>
            <a:r>
              <a:rPr lang="en-US" sz="1800" b="0">
                <a:solidFill>
                  <a:srgbClr val="808080"/>
                </a:solidFill>
                <a:latin typeface="Consolas"/>
                <a:ea typeface="Consolas"/>
                <a:cs typeface="Consolas"/>
                <a:sym typeface="Consolas"/>
              </a:rPr>
              <a:t>&lt;/</a:t>
            </a:r>
            <a:r>
              <a:rPr lang="en-US" sz="1800" b="0">
                <a:solidFill>
                  <a:srgbClr val="569CD6"/>
                </a:solidFill>
                <a:latin typeface="Consolas"/>
                <a:ea typeface="Consolas"/>
                <a:cs typeface="Consolas"/>
                <a:sym typeface="Consolas"/>
              </a:rPr>
              <a:t>title</a:t>
            </a:r>
            <a:r>
              <a:rPr lang="en-US" sz="1800" b="0">
                <a:solidFill>
                  <a:srgbClr val="808080"/>
                </a:solidFill>
                <a:latin typeface="Consolas"/>
                <a:ea typeface="Consolas"/>
                <a:cs typeface="Consolas"/>
                <a:sym typeface="Consolas"/>
              </a:rPr>
              <a:t>&gt;</a:t>
            </a:r>
            <a:endParaRPr sz="1800" b="0">
              <a:solidFill>
                <a:srgbClr val="CCCCCC"/>
              </a:solidFill>
              <a:latin typeface="Consolas"/>
              <a:ea typeface="Consolas"/>
              <a:cs typeface="Consolas"/>
              <a:sym typeface="Consolas"/>
            </a:endParaRPr>
          </a:p>
          <a:p>
            <a:pPr marL="0" marR="0" lvl="0" indent="0" algn="l" rtl="0">
              <a:lnSpc>
                <a:spcPct val="79166"/>
              </a:lnSpc>
              <a:spcBef>
                <a:spcPts val="0"/>
              </a:spcBef>
              <a:spcAft>
                <a:spcPts val="0"/>
              </a:spcAft>
              <a:buNone/>
            </a:pPr>
            <a:r>
              <a:rPr lang="en-US" sz="1800" b="0">
                <a:solidFill>
                  <a:srgbClr val="808080"/>
                </a:solidFill>
                <a:latin typeface="Consolas"/>
                <a:ea typeface="Consolas"/>
                <a:cs typeface="Consolas"/>
                <a:sym typeface="Consolas"/>
              </a:rPr>
              <a:t>&lt;/</a:t>
            </a:r>
            <a:r>
              <a:rPr lang="en-US" sz="1800" b="0">
                <a:solidFill>
                  <a:srgbClr val="569CD6"/>
                </a:solidFill>
                <a:latin typeface="Consolas"/>
                <a:ea typeface="Consolas"/>
                <a:cs typeface="Consolas"/>
                <a:sym typeface="Consolas"/>
              </a:rPr>
              <a:t>head</a:t>
            </a:r>
            <a:r>
              <a:rPr lang="en-US" sz="1800" b="0">
                <a:solidFill>
                  <a:srgbClr val="808080"/>
                </a:solidFill>
                <a:latin typeface="Consolas"/>
                <a:ea typeface="Consolas"/>
                <a:cs typeface="Consolas"/>
                <a:sym typeface="Consolas"/>
              </a:rPr>
              <a:t>&gt;</a:t>
            </a:r>
            <a:endParaRPr sz="1800" b="0">
              <a:solidFill>
                <a:srgbClr val="CCCCCC"/>
              </a:solidFill>
              <a:latin typeface="Consolas"/>
              <a:ea typeface="Consolas"/>
              <a:cs typeface="Consolas"/>
              <a:sym typeface="Consolas"/>
            </a:endParaRPr>
          </a:p>
          <a:p>
            <a:pPr marL="0" marR="0" lvl="0" indent="0" algn="l" rtl="0">
              <a:lnSpc>
                <a:spcPct val="79166"/>
              </a:lnSpc>
              <a:spcBef>
                <a:spcPts val="0"/>
              </a:spcBef>
              <a:spcAft>
                <a:spcPts val="0"/>
              </a:spcAft>
              <a:buNone/>
            </a:pPr>
            <a:r>
              <a:rPr lang="en-US" sz="1800" b="0">
                <a:solidFill>
                  <a:srgbClr val="808080"/>
                </a:solidFill>
                <a:latin typeface="Consolas"/>
                <a:ea typeface="Consolas"/>
                <a:cs typeface="Consolas"/>
                <a:sym typeface="Consolas"/>
              </a:rPr>
              <a:t>&lt;</a:t>
            </a:r>
            <a:r>
              <a:rPr lang="en-US" sz="1800" b="0">
                <a:solidFill>
                  <a:srgbClr val="569CD6"/>
                </a:solidFill>
                <a:latin typeface="Consolas"/>
                <a:ea typeface="Consolas"/>
                <a:cs typeface="Consolas"/>
                <a:sym typeface="Consolas"/>
              </a:rPr>
              <a:t>body</a:t>
            </a:r>
            <a:r>
              <a:rPr lang="en-US" sz="1800" b="0">
                <a:solidFill>
                  <a:srgbClr val="808080"/>
                </a:solidFill>
                <a:latin typeface="Consolas"/>
                <a:ea typeface="Consolas"/>
                <a:cs typeface="Consolas"/>
                <a:sym typeface="Consolas"/>
              </a:rPr>
              <a:t>&gt;</a:t>
            </a:r>
            <a:endParaRPr sz="1800" b="0">
              <a:solidFill>
                <a:srgbClr val="CCCCCC"/>
              </a:solidFill>
              <a:latin typeface="Consolas"/>
              <a:ea typeface="Consolas"/>
              <a:cs typeface="Consolas"/>
              <a:sym typeface="Consolas"/>
            </a:endParaRPr>
          </a:p>
          <a:p>
            <a:pPr marL="0" marR="0" lvl="0" indent="0" algn="l" rtl="0">
              <a:lnSpc>
                <a:spcPct val="79166"/>
              </a:lnSpc>
              <a:spcBef>
                <a:spcPts val="0"/>
              </a:spcBef>
              <a:spcAft>
                <a:spcPts val="0"/>
              </a:spcAft>
              <a:buNone/>
            </a:pPr>
            <a:r>
              <a:rPr lang="en-US" sz="1800" b="0">
                <a:solidFill>
                  <a:srgbClr val="CCCCCC"/>
                </a:solidFill>
                <a:latin typeface="Consolas"/>
                <a:ea typeface="Consolas"/>
                <a:cs typeface="Consolas"/>
                <a:sym typeface="Consolas"/>
              </a:rPr>
              <a:t>    </a:t>
            </a:r>
            <a:r>
              <a:rPr lang="en-US" sz="1800" b="0">
                <a:solidFill>
                  <a:srgbClr val="808080"/>
                </a:solidFill>
                <a:latin typeface="Consolas"/>
                <a:ea typeface="Consolas"/>
                <a:cs typeface="Consolas"/>
                <a:sym typeface="Consolas"/>
              </a:rPr>
              <a:t>&lt;</a:t>
            </a:r>
            <a:r>
              <a:rPr lang="en-US" sz="1800" b="0">
                <a:solidFill>
                  <a:srgbClr val="569CD6"/>
                </a:solidFill>
                <a:latin typeface="Consolas"/>
                <a:ea typeface="Consolas"/>
                <a:cs typeface="Consolas"/>
                <a:sym typeface="Consolas"/>
              </a:rPr>
              <a:t>h1</a:t>
            </a:r>
            <a:r>
              <a:rPr lang="en-US" sz="1800" b="0">
                <a:solidFill>
                  <a:srgbClr val="808080"/>
                </a:solidFill>
                <a:latin typeface="Consolas"/>
                <a:ea typeface="Consolas"/>
                <a:cs typeface="Consolas"/>
                <a:sym typeface="Consolas"/>
              </a:rPr>
              <a:t>&gt;</a:t>
            </a:r>
            <a:r>
              <a:rPr lang="en-US" sz="1800" b="0">
                <a:solidFill>
                  <a:srgbClr val="CCCCCC"/>
                </a:solidFill>
                <a:latin typeface="Consolas"/>
                <a:ea typeface="Consolas"/>
                <a:cs typeface="Consolas"/>
                <a:sym typeface="Consolas"/>
              </a:rPr>
              <a:t>My First Heading</a:t>
            </a:r>
            <a:r>
              <a:rPr lang="en-US" sz="1800" b="0">
                <a:solidFill>
                  <a:srgbClr val="808080"/>
                </a:solidFill>
                <a:latin typeface="Consolas"/>
                <a:ea typeface="Consolas"/>
                <a:cs typeface="Consolas"/>
                <a:sym typeface="Consolas"/>
              </a:rPr>
              <a:t>&lt;/</a:t>
            </a:r>
            <a:r>
              <a:rPr lang="en-US" sz="1800" b="0">
                <a:solidFill>
                  <a:srgbClr val="569CD6"/>
                </a:solidFill>
                <a:latin typeface="Consolas"/>
                <a:ea typeface="Consolas"/>
                <a:cs typeface="Consolas"/>
                <a:sym typeface="Consolas"/>
              </a:rPr>
              <a:t>h1</a:t>
            </a:r>
            <a:r>
              <a:rPr lang="en-US" sz="1800" b="0">
                <a:solidFill>
                  <a:srgbClr val="808080"/>
                </a:solidFill>
                <a:latin typeface="Consolas"/>
                <a:ea typeface="Consolas"/>
                <a:cs typeface="Consolas"/>
                <a:sym typeface="Consolas"/>
              </a:rPr>
              <a:t>&gt;</a:t>
            </a:r>
            <a:endParaRPr sz="1800" b="0">
              <a:solidFill>
                <a:srgbClr val="CCCCCC"/>
              </a:solidFill>
              <a:latin typeface="Consolas"/>
              <a:ea typeface="Consolas"/>
              <a:cs typeface="Consolas"/>
              <a:sym typeface="Consolas"/>
            </a:endParaRPr>
          </a:p>
          <a:p>
            <a:pPr marL="0" marR="0" lvl="0" indent="0" algn="l" rtl="0">
              <a:lnSpc>
                <a:spcPct val="79166"/>
              </a:lnSpc>
              <a:spcBef>
                <a:spcPts val="0"/>
              </a:spcBef>
              <a:spcAft>
                <a:spcPts val="0"/>
              </a:spcAft>
              <a:buNone/>
            </a:pPr>
            <a:r>
              <a:rPr lang="en-US" sz="1800" b="0">
                <a:solidFill>
                  <a:srgbClr val="CCCCCC"/>
                </a:solidFill>
                <a:latin typeface="Consolas"/>
                <a:ea typeface="Consolas"/>
                <a:cs typeface="Consolas"/>
                <a:sym typeface="Consolas"/>
              </a:rPr>
              <a:t>    </a:t>
            </a:r>
            <a:r>
              <a:rPr lang="en-US" sz="1800" b="0">
                <a:solidFill>
                  <a:srgbClr val="808080"/>
                </a:solidFill>
                <a:latin typeface="Consolas"/>
                <a:ea typeface="Consolas"/>
                <a:cs typeface="Consolas"/>
                <a:sym typeface="Consolas"/>
              </a:rPr>
              <a:t>&lt;</a:t>
            </a:r>
            <a:r>
              <a:rPr lang="en-US" sz="1800" b="0">
                <a:solidFill>
                  <a:srgbClr val="569CD6"/>
                </a:solidFill>
                <a:latin typeface="Consolas"/>
                <a:ea typeface="Consolas"/>
                <a:cs typeface="Consolas"/>
                <a:sym typeface="Consolas"/>
              </a:rPr>
              <a:t>p</a:t>
            </a:r>
            <a:r>
              <a:rPr lang="en-US" sz="1800" b="0">
                <a:solidFill>
                  <a:srgbClr val="808080"/>
                </a:solidFill>
                <a:latin typeface="Consolas"/>
                <a:ea typeface="Consolas"/>
                <a:cs typeface="Consolas"/>
                <a:sym typeface="Consolas"/>
              </a:rPr>
              <a:t>&gt;</a:t>
            </a:r>
            <a:r>
              <a:rPr lang="en-US" sz="1800" b="0">
                <a:solidFill>
                  <a:srgbClr val="CCCCCC"/>
                </a:solidFill>
                <a:latin typeface="Consolas"/>
                <a:ea typeface="Consolas"/>
                <a:cs typeface="Consolas"/>
                <a:sym typeface="Consolas"/>
              </a:rPr>
              <a:t>My first paragraph.</a:t>
            </a:r>
            <a:r>
              <a:rPr lang="en-US" sz="1800" b="0">
                <a:solidFill>
                  <a:srgbClr val="808080"/>
                </a:solidFill>
                <a:latin typeface="Consolas"/>
                <a:ea typeface="Consolas"/>
                <a:cs typeface="Consolas"/>
                <a:sym typeface="Consolas"/>
              </a:rPr>
              <a:t>&lt;/</a:t>
            </a:r>
            <a:r>
              <a:rPr lang="en-US" sz="1800" b="0">
                <a:solidFill>
                  <a:srgbClr val="569CD6"/>
                </a:solidFill>
                <a:latin typeface="Consolas"/>
                <a:ea typeface="Consolas"/>
                <a:cs typeface="Consolas"/>
                <a:sym typeface="Consolas"/>
              </a:rPr>
              <a:t>p</a:t>
            </a:r>
            <a:r>
              <a:rPr lang="en-US" sz="1800" b="0">
                <a:solidFill>
                  <a:srgbClr val="808080"/>
                </a:solidFill>
                <a:latin typeface="Consolas"/>
                <a:ea typeface="Consolas"/>
                <a:cs typeface="Consolas"/>
                <a:sym typeface="Consolas"/>
              </a:rPr>
              <a:t>&gt;</a:t>
            </a:r>
            <a:endParaRPr sz="1800" b="0">
              <a:solidFill>
                <a:srgbClr val="CCCCCC"/>
              </a:solidFill>
              <a:latin typeface="Consolas"/>
              <a:ea typeface="Consolas"/>
              <a:cs typeface="Consolas"/>
              <a:sym typeface="Consolas"/>
            </a:endParaRPr>
          </a:p>
          <a:p>
            <a:pPr marL="0" marR="0" lvl="0" indent="0" algn="l" rtl="0">
              <a:lnSpc>
                <a:spcPct val="79166"/>
              </a:lnSpc>
              <a:spcBef>
                <a:spcPts val="0"/>
              </a:spcBef>
              <a:spcAft>
                <a:spcPts val="0"/>
              </a:spcAft>
              <a:buNone/>
            </a:pPr>
            <a:r>
              <a:rPr lang="en-US" sz="1800" b="0">
                <a:solidFill>
                  <a:srgbClr val="808080"/>
                </a:solidFill>
                <a:latin typeface="Consolas"/>
                <a:ea typeface="Consolas"/>
                <a:cs typeface="Consolas"/>
                <a:sym typeface="Consolas"/>
              </a:rPr>
              <a:t>&lt;/</a:t>
            </a:r>
            <a:r>
              <a:rPr lang="en-US" sz="1800" b="0">
                <a:solidFill>
                  <a:srgbClr val="569CD6"/>
                </a:solidFill>
                <a:latin typeface="Consolas"/>
                <a:ea typeface="Consolas"/>
                <a:cs typeface="Consolas"/>
                <a:sym typeface="Consolas"/>
              </a:rPr>
              <a:t>body</a:t>
            </a:r>
            <a:r>
              <a:rPr lang="en-US" sz="1800" b="0">
                <a:solidFill>
                  <a:srgbClr val="808080"/>
                </a:solidFill>
                <a:latin typeface="Consolas"/>
                <a:ea typeface="Consolas"/>
                <a:cs typeface="Consolas"/>
                <a:sym typeface="Consolas"/>
              </a:rPr>
              <a:t>&gt;</a:t>
            </a:r>
            <a:endParaRPr sz="1800" b="0">
              <a:solidFill>
                <a:srgbClr val="CCCCCC"/>
              </a:solidFill>
              <a:latin typeface="Consolas"/>
              <a:ea typeface="Consolas"/>
              <a:cs typeface="Consolas"/>
              <a:sym typeface="Consolas"/>
            </a:endParaRPr>
          </a:p>
          <a:p>
            <a:pPr marL="0" marR="0" lvl="0" indent="0" algn="l" rtl="0">
              <a:lnSpc>
                <a:spcPct val="79166"/>
              </a:lnSpc>
              <a:spcBef>
                <a:spcPts val="0"/>
              </a:spcBef>
              <a:spcAft>
                <a:spcPts val="0"/>
              </a:spcAft>
              <a:buNone/>
            </a:pPr>
            <a:r>
              <a:rPr lang="en-US" sz="1800" b="0">
                <a:solidFill>
                  <a:srgbClr val="808080"/>
                </a:solidFill>
                <a:latin typeface="Consolas"/>
                <a:ea typeface="Consolas"/>
                <a:cs typeface="Consolas"/>
                <a:sym typeface="Consolas"/>
              </a:rPr>
              <a:t>&lt;/</a:t>
            </a:r>
            <a:r>
              <a:rPr lang="en-US" sz="1800" b="0">
                <a:solidFill>
                  <a:srgbClr val="569CD6"/>
                </a:solidFill>
                <a:latin typeface="Consolas"/>
                <a:ea typeface="Consolas"/>
                <a:cs typeface="Consolas"/>
                <a:sym typeface="Consolas"/>
              </a:rPr>
              <a:t>html</a:t>
            </a:r>
            <a:r>
              <a:rPr lang="en-US" sz="1800" b="0">
                <a:solidFill>
                  <a:srgbClr val="808080"/>
                </a:solidFill>
                <a:latin typeface="Consolas"/>
                <a:ea typeface="Consolas"/>
                <a:cs typeface="Consolas"/>
                <a:sym typeface="Consolas"/>
              </a:rPr>
              <a:t>&gt;</a:t>
            </a:r>
            <a:endParaRPr sz="1800" b="0">
              <a:solidFill>
                <a:srgbClr val="CCCCCC"/>
              </a:solidFill>
              <a:latin typeface="Consolas"/>
              <a:ea typeface="Consolas"/>
              <a:cs typeface="Consolas"/>
              <a:sym typeface="Consolas"/>
            </a:endParaRPr>
          </a:p>
        </p:txBody>
      </p:sp>
      <p:pic>
        <p:nvPicPr>
          <p:cNvPr id="369" name="Google Shape;369;p25"/>
          <p:cNvPicPr preferRelativeResize="0"/>
          <p:nvPr/>
        </p:nvPicPr>
        <p:blipFill rotWithShape="1">
          <a:blip r:embed="rId3">
            <a:alphaModFix/>
          </a:blip>
          <a:srcRect/>
          <a:stretch/>
        </p:blipFill>
        <p:spPr>
          <a:xfrm>
            <a:off x="695325" y="764006"/>
            <a:ext cx="10658475" cy="38862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Class Activity 2</a:t>
            </a:r>
            <a:endParaRPr/>
          </a:p>
        </p:txBody>
      </p:sp>
      <p:sp>
        <p:nvSpPr>
          <p:cNvPr id="375" name="Google Shape;375;p2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Visit W3Schools HTML Links Tutorial page and write and test the markup language  for elements below:  </a:t>
            </a:r>
            <a:endParaRPr/>
          </a:p>
          <a:p>
            <a:pPr marL="228600" lvl="0" indent="-228600" algn="l" rtl="0">
              <a:lnSpc>
                <a:spcPct val="90000"/>
              </a:lnSpc>
              <a:spcBef>
                <a:spcPts val="1000"/>
              </a:spcBef>
              <a:spcAft>
                <a:spcPts val="0"/>
              </a:spcAft>
              <a:buClr>
                <a:schemeClr val="dk1"/>
              </a:buClr>
              <a:buSzPts val="2800"/>
              <a:buChar char="•"/>
            </a:pPr>
            <a:r>
              <a:rPr lang="en-US" u="sng">
                <a:solidFill>
                  <a:schemeClr val="hlink"/>
                </a:solidFill>
                <a:hlinkClick r:id="rId3"/>
              </a:rPr>
              <a:t>HTML Attributes</a:t>
            </a:r>
            <a:endParaRPr/>
          </a:p>
          <a:p>
            <a:pPr marL="228600" lvl="0" indent="-228600" algn="l" rtl="0">
              <a:lnSpc>
                <a:spcPct val="90000"/>
              </a:lnSpc>
              <a:spcBef>
                <a:spcPts val="1000"/>
              </a:spcBef>
              <a:spcAft>
                <a:spcPts val="0"/>
              </a:spcAft>
              <a:buClr>
                <a:schemeClr val="dk1"/>
              </a:buClr>
              <a:buSzPts val="2800"/>
              <a:buChar char="•"/>
            </a:pPr>
            <a:r>
              <a:rPr lang="en-US" u="sng">
                <a:solidFill>
                  <a:schemeClr val="hlink"/>
                </a:solidFill>
                <a:hlinkClick r:id="rId4"/>
              </a:rPr>
              <a:t>HTML Links</a:t>
            </a:r>
            <a:r>
              <a:rPr lang="en-US"/>
              <a:t> </a:t>
            </a:r>
            <a:endParaRPr/>
          </a:p>
          <a:p>
            <a:pPr marL="228600" lvl="0" indent="-228600" algn="l" rtl="0">
              <a:lnSpc>
                <a:spcPct val="90000"/>
              </a:lnSpc>
              <a:spcBef>
                <a:spcPts val="1000"/>
              </a:spcBef>
              <a:spcAft>
                <a:spcPts val="0"/>
              </a:spcAft>
              <a:buClr>
                <a:schemeClr val="dk1"/>
              </a:buClr>
              <a:buSzPts val="2800"/>
              <a:buChar char="•"/>
            </a:pPr>
            <a:r>
              <a:rPr lang="en-US" u="sng">
                <a:solidFill>
                  <a:schemeClr val="hlink"/>
                </a:solidFill>
                <a:hlinkClick r:id="rId5"/>
              </a:rPr>
              <a:t>HTML List </a:t>
            </a:r>
            <a:r>
              <a:rPr lang="en-US"/>
              <a:t>(Unordered Lists &amp; Ordered Lists)</a:t>
            </a:r>
            <a:endParaRPr/>
          </a:p>
        </p:txBody>
      </p:sp>
      <p:sp>
        <p:nvSpPr>
          <p:cNvPr id="376" name="Google Shape;376;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27"/>
          <p:cNvSpPr txBox="1">
            <a:spLocks noGrp="1"/>
          </p:cNvSpPr>
          <p:nvPr>
            <p:ph type="body" idx="1"/>
          </p:nvPr>
        </p:nvSpPr>
        <p:spPr>
          <a:xfrm>
            <a:off x="2976717" y="2673658"/>
            <a:ext cx="6226278" cy="1512274"/>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9600"/>
              <a:buNone/>
            </a:pPr>
            <a:r>
              <a:rPr lang="en-US" sz="9600">
                <a:latin typeface="Arial"/>
                <a:ea typeface="Arial"/>
                <a:cs typeface="Arial"/>
                <a:sym typeface="Arial"/>
              </a:rPr>
              <a:t>Thank you!</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1114</Words>
  <Application>Microsoft Office PowerPoint</Application>
  <PresentationFormat>Widescreen</PresentationFormat>
  <Paragraphs>136</Paragraphs>
  <Slides>27</Slides>
  <Notes>27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Consolas</vt:lpstr>
      <vt:lpstr>Noto Sans Symbols</vt:lpstr>
      <vt:lpstr>Times New Roman</vt:lpstr>
      <vt:lpstr>Office Theme</vt:lpstr>
      <vt:lpstr>ICTF 0554 Web Technologies How the Web Works</vt:lpstr>
      <vt:lpstr>Contents</vt:lpstr>
      <vt:lpstr>What is Website Technology?</vt:lpstr>
      <vt:lpstr>How People Access the Web</vt:lpstr>
      <vt:lpstr>Static Website</vt:lpstr>
      <vt:lpstr>How Websites are Created</vt:lpstr>
      <vt:lpstr>What is client-Server Model and Web Servers </vt:lpstr>
      <vt:lpstr>How The Web Works</vt:lpstr>
      <vt:lpstr>PowerPoint Presentation</vt:lpstr>
      <vt:lpstr>ICTF 0554 Web Technologies HTML - Introduction to HTML</vt:lpstr>
      <vt:lpstr>Contents</vt:lpstr>
      <vt:lpstr>Web Development</vt:lpstr>
      <vt:lpstr>Project folder &amp; files</vt:lpstr>
      <vt:lpstr>Hypertext Markup Language (HTML) </vt:lpstr>
      <vt:lpstr>HTML Elements</vt:lpstr>
      <vt:lpstr>HTML Structure</vt:lpstr>
      <vt:lpstr>Attributes, Nesting and Empty Elements</vt:lpstr>
      <vt:lpstr>Example HTML Attributes</vt:lpstr>
      <vt:lpstr>Heading</vt:lpstr>
      <vt:lpstr>HTML List</vt:lpstr>
      <vt:lpstr>Comments in HTML https://www.w3schools.com/html/html_comments.asp </vt:lpstr>
      <vt:lpstr>Metadata</vt:lpstr>
      <vt:lpstr>Lab Practical</vt:lpstr>
      <vt:lpstr>Class Activity 1</vt:lpstr>
      <vt:lpstr>PowerPoint Presentation</vt:lpstr>
      <vt:lpstr>Class Activity 2</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idea</dc:creator>
  <cp:lastModifiedBy>MUHAMMAD TAUFIQ BIN MOHD SAFWAN CHIN</cp:lastModifiedBy>
  <cp:revision>10</cp:revision>
  <dcterms:created xsi:type="dcterms:W3CDTF">2018-07-26T04:39:16Z</dcterms:created>
  <dcterms:modified xsi:type="dcterms:W3CDTF">2025-08-01T08:21:29Z</dcterms:modified>
</cp:coreProperties>
</file>